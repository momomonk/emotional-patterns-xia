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97" r:id="rId3"/>
    <p:sldId id="266" r:id="rId4"/>
    <p:sldId id="274" r:id="rId5"/>
    <p:sldId id="299" r:id="rId6"/>
    <p:sldId id="273" r:id="rId7"/>
    <p:sldId id="291" r:id="rId8"/>
    <p:sldId id="300" r:id="rId9"/>
    <p:sldId id="285" r:id="rId10"/>
    <p:sldId id="287" r:id="rId11"/>
    <p:sldId id="290" r:id="rId12"/>
    <p:sldId id="292" r:id="rId13"/>
    <p:sldId id="305" r:id="rId14"/>
    <p:sldId id="286" r:id="rId15"/>
    <p:sldId id="294" r:id="rId16"/>
    <p:sldId id="267" r:id="rId17"/>
    <p:sldId id="301" r:id="rId18"/>
    <p:sldId id="303" r:id="rId19"/>
    <p:sldId id="302" r:id="rId20"/>
    <p:sldId id="296" r:id="rId21"/>
    <p:sldId id="264" r:id="rId22"/>
    <p:sldId id="259" r:id="rId23"/>
    <p:sldId id="263" r:id="rId24"/>
    <p:sldId id="26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5C2F296-53D3-4013-BFA3-68F432F4ABA0}">
          <p14:sldIdLst>
            <p14:sldId id="256"/>
            <p14:sldId id="297"/>
            <p14:sldId id="266"/>
            <p14:sldId id="274"/>
            <p14:sldId id="299"/>
            <p14:sldId id="273"/>
            <p14:sldId id="291"/>
            <p14:sldId id="300"/>
            <p14:sldId id="285"/>
            <p14:sldId id="287"/>
            <p14:sldId id="290"/>
            <p14:sldId id="292"/>
            <p14:sldId id="305"/>
            <p14:sldId id="286"/>
            <p14:sldId id="294"/>
            <p14:sldId id="267"/>
            <p14:sldId id="301"/>
            <p14:sldId id="303"/>
            <p14:sldId id="302"/>
            <p14:sldId id="296"/>
            <p14:sldId id="264"/>
            <p14:sldId id="259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4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7ACEA2-B4FE-42C9-A725-5C604AB79B7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1B4F0F-6B7B-4FA7-987D-4A1E9CEDE70B}">
      <dgm:prSet/>
      <dgm:spPr/>
      <dgm:t>
        <a:bodyPr/>
        <a:lstStyle/>
        <a:p>
          <a:pPr>
            <a:lnSpc>
              <a:spcPct val="100000"/>
            </a:lnSpc>
          </a:pPr>
          <a:r>
            <a:rPr lang="es-419" baseline="0"/>
            <a:t>Problema</a:t>
          </a:r>
          <a:endParaRPr lang="en-US"/>
        </a:p>
      </dgm:t>
    </dgm:pt>
    <dgm:pt modelId="{23302147-0D9B-4744-9978-2EE281B2D359}" type="parTrans" cxnId="{90AE8C59-0C7D-48C9-B4D5-7AA12EF16B93}">
      <dgm:prSet/>
      <dgm:spPr/>
      <dgm:t>
        <a:bodyPr/>
        <a:lstStyle/>
        <a:p>
          <a:endParaRPr lang="en-US"/>
        </a:p>
      </dgm:t>
    </dgm:pt>
    <dgm:pt modelId="{2E655360-8E1E-40CC-AB2E-534E4C925751}" type="sibTrans" cxnId="{90AE8C59-0C7D-48C9-B4D5-7AA12EF16B93}">
      <dgm:prSet/>
      <dgm:spPr/>
      <dgm:t>
        <a:bodyPr/>
        <a:lstStyle/>
        <a:p>
          <a:endParaRPr lang="en-US"/>
        </a:p>
      </dgm:t>
    </dgm:pt>
    <dgm:pt modelId="{1F3C4109-6D68-496F-B48A-4E51A02C4AF8}">
      <dgm:prSet/>
      <dgm:spPr/>
      <dgm:t>
        <a:bodyPr/>
        <a:lstStyle/>
        <a:p>
          <a:pPr>
            <a:lnSpc>
              <a:spcPct val="100000"/>
            </a:lnSpc>
          </a:pPr>
          <a:r>
            <a:rPr lang="es-419" baseline="0"/>
            <a:t>Objetivos </a:t>
          </a:r>
          <a:endParaRPr lang="en-US"/>
        </a:p>
      </dgm:t>
    </dgm:pt>
    <dgm:pt modelId="{E66F71B9-0C06-4CF0-94D4-1D49995EC993}" type="parTrans" cxnId="{DEFEE2B6-FD22-42B8-B069-FC5A1A1133A3}">
      <dgm:prSet/>
      <dgm:spPr/>
      <dgm:t>
        <a:bodyPr/>
        <a:lstStyle/>
        <a:p>
          <a:endParaRPr lang="en-US"/>
        </a:p>
      </dgm:t>
    </dgm:pt>
    <dgm:pt modelId="{BBD7D051-F5E3-4F78-B122-D909A4E25846}" type="sibTrans" cxnId="{DEFEE2B6-FD22-42B8-B069-FC5A1A1133A3}">
      <dgm:prSet/>
      <dgm:spPr/>
      <dgm:t>
        <a:bodyPr/>
        <a:lstStyle/>
        <a:p>
          <a:endParaRPr lang="en-US"/>
        </a:p>
      </dgm:t>
    </dgm:pt>
    <dgm:pt modelId="{3ED03F85-3D37-41EE-B7C0-014A8BD50441}">
      <dgm:prSet/>
      <dgm:spPr/>
      <dgm:t>
        <a:bodyPr/>
        <a:lstStyle/>
        <a:p>
          <a:pPr>
            <a:lnSpc>
              <a:spcPct val="100000"/>
            </a:lnSpc>
          </a:pPr>
          <a:r>
            <a:rPr lang="es-419" baseline="0"/>
            <a:t>Metodología</a:t>
          </a:r>
          <a:endParaRPr lang="en-US"/>
        </a:p>
      </dgm:t>
    </dgm:pt>
    <dgm:pt modelId="{AA867A2E-43B1-47BD-A1C3-5610655B6FE6}" type="parTrans" cxnId="{A76C1025-2448-4D53-B491-B73039F710DA}">
      <dgm:prSet/>
      <dgm:spPr/>
      <dgm:t>
        <a:bodyPr/>
        <a:lstStyle/>
        <a:p>
          <a:endParaRPr lang="en-US"/>
        </a:p>
      </dgm:t>
    </dgm:pt>
    <dgm:pt modelId="{2214A6F3-029C-4387-841F-AE8AC1EBA3B0}" type="sibTrans" cxnId="{A76C1025-2448-4D53-B491-B73039F710DA}">
      <dgm:prSet/>
      <dgm:spPr/>
      <dgm:t>
        <a:bodyPr/>
        <a:lstStyle/>
        <a:p>
          <a:endParaRPr lang="en-US"/>
        </a:p>
      </dgm:t>
    </dgm:pt>
    <dgm:pt modelId="{E9619483-7A85-4C06-95BE-2008ABB65603}">
      <dgm:prSet/>
      <dgm:spPr/>
      <dgm:t>
        <a:bodyPr/>
        <a:lstStyle/>
        <a:p>
          <a:pPr>
            <a:lnSpc>
              <a:spcPct val="100000"/>
            </a:lnSpc>
          </a:pPr>
          <a:r>
            <a:rPr lang="es-419" baseline="0"/>
            <a:t>Resultados</a:t>
          </a:r>
          <a:endParaRPr lang="en-US"/>
        </a:p>
      </dgm:t>
    </dgm:pt>
    <dgm:pt modelId="{544B5EB6-837D-4813-A1BF-7F8ED432B6F4}" type="parTrans" cxnId="{BA34C543-2D7E-4AAA-97B1-8CEBF879B397}">
      <dgm:prSet/>
      <dgm:spPr/>
      <dgm:t>
        <a:bodyPr/>
        <a:lstStyle/>
        <a:p>
          <a:endParaRPr lang="en-US"/>
        </a:p>
      </dgm:t>
    </dgm:pt>
    <dgm:pt modelId="{5950F476-D1EE-43A5-A632-134CEA017AED}" type="sibTrans" cxnId="{BA34C543-2D7E-4AAA-97B1-8CEBF879B397}">
      <dgm:prSet/>
      <dgm:spPr/>
      <dgm:t>
        <a:bodyPr/>
        <a:lstStyle/>
        <a:p>
          <a:endParaRPr lang="en-US"/>
        </a:p>
      </dgm:t>
    </dgm:pt>
    <dgm:pt modelId="{9776E8F6-06C5-46AA-94D8-AE965C9ABBF0}">
      <dgm:prSet/>
      <dgm:spPr/>
      <dgm:t>
        <a:bodyPr/>
        <a:lstStyle/>
        <a:p>
          <a:pPr>
            <a:lnSpc>
              <a:spcPct val="100000"/>
            </a:lnSpc>
          </a:pPr>
          <a:r>
            <a:rPr lang="es-419" baseline="0"/>
            <a:t>Conclusiones</a:t>
          </a:r>
          <a:endParaRPr lang="en-US"/>
        </a:p>
      </dgm:t>
    </dgm:pt>
    <dgm:pt modelId="{38AE4104-8BEC-4EA5-AF92-DF93766CA5EB}" type="parTrans" cxnId="{9F9E4AC8-2498-4961-BD63-E1B430C2B04B}">
      <dgm:prSet/>
      <dgm:spPr/>
      <dgm:t>
        <a:bodyPr/>
        <a:lstStyle/>
        <a:p>
          <a:endParaRPr lang="en-US"/>
        </a:p>
      </dgm:t>
    </dgm:pt>
    <dgm:pt modelId="{795FFD0D-7180-43DA-BDEA-6C7F0930B018}" type="sibTrans" cxnId="{9F9E4AC8-2498-4961-BD63-E1B430C2B04B}">
      <dgm:prSet/>
      <dgm:spPr/>
      <dgm:t>
        <a:bodyPr/>
        <a:lstStyle/>
        <a:p>
          <a:endParaRPr lang="en-US"/>
        </a:p>
      </dgm:t>
    </dgm:pt>
    <dgm:pt modelId="{5A49F564-E8DF-4CD0-A444-9226D77E7B91}">
      <dgm:prSet/>
      <dgm:spPr/>
      <dgm:t>
        <a:bodyPr/>
        <a:lstStyle/>
        <a:p>
          <a:pPr>
            <a:lnSpc>
              <a:spcPct val="100000"/>
            </a:lnSpc>
          </a:pPr>
          <a:r>
            <a:rPr lang="es-419" baseline="0"/>
            <a:t>Pruebas</a:t>
          </a:r>
          <a:endParaRPr lang="en-US"/>
        </a:p>
      </dgm:t>
    </dgm:pt>
    <dgm:pt modelId="{A193E005-2774-4086-B076-CF8D7853DC4D}" type="parTrans" cxnId="{8C27FB55-D910-4DA3-9F85-639A6D791244}">
      <dgm:prSet/>
      <dgm:spPr/>
      <dgm:t>
        <a:bodyPr/>
        <a:lstStyle/>
        <a:p>
          <a:endParaRPr lang="en-US"/>
        </a:p>
      </dgm:t>
    </dgm:pt>
    <dgm:pt modelId="{D90C2874-FD8A-4624-8B5C-35FAA64B41FB}" type="sibTrans" cxnId="{8C27FB55-D910-4DA3-9F85-639A6D791244}">
      <dgm:prSet/>
      <dgm:spPr/>
      <dgm:t>
        <a:bodyPr/>
        <a:lstStyle/>
        <a:p>
          <a:endParaRPr lang="en-US"/>
        </a:p>
      </dgm:t>
    </dgm:pt>
    <dgm:pt modelId="{DE29236F-3021-49D2-8D23-87F5BB49A451}">
      <dgm:prSet/>
      <dgm:spPr/>
      <dgm:t>
        <a:bodyPr/>
        <a:lstStyle/>
        <a:p>
          <a:pPr>
            <a:lnSpc>
              <a:spcPct val="100000"/>
            </a:lnSpc>
          </a:pPr>
          <a:r>
            <a:rPr lang="es-419" baseline="0"/>
            <a:t>Anexo (Notas personales)</a:t>
          </a:r>
          <a:endParaRPr lang="en-US"/>
        </a:p>
      </dgm:t>
    </dgm:pt>
    <dgm:pt modelId="{334B20FC-D644-488F-9EC4-14AF9D25C888}" type="parTrans" cxnId="{E04FB60C-994D-42DF-99CF-4BCF97EBAB9A}">
      <dgm:prSet/>
      <dgm:spPr/>
      <dgm:t>
        <a:bodyPr/>
        <a:lstStyle/>
        <a:p>
          <a:endParaRPr lang="en-US"/>
        </a:p>
      </dgm:t>
    </dgm:pt>
    <dgm:pt modelId="{940AE4B5-B2C2-4244-AA86-8490FBC7D38B}" type="sibTrans" cxnId="{E04FB60C-994D-42DF-99CF-4BCF97EBAB9A}">
      <dgm:prSet/>
      <dgm:spPr/>
      <dgm:t>
        <a:bodyPr/>
        <a:lstStyle/>
        <a:p>
          <a:endParaRPr lang="en-US"/>
        </a:p>
      </dgm:t>
    </dgm:pt>
    <dgm:pt modelId="{CA3F3B71-FC0F-4A0B-8844-F82A2B8E30C2}" type="pres">
      <dgm:prSet presAssocID="{657ACEA2-B4FE-42C9-A725-5C604AB79B7D}" presName="root" presStyleCnt="0">
        <dgm:presLayoutVars>
          <dgm:dir/>
          <dgm:resizeHandles val="exact"/>
        </dgm:presLayoutVars>
      </dgm:prSet>
      <dgm:spPr/>
    </dgm:pt>
    <dgm:pt modelId="{A1CDB63A-1213-49C9-A86F-446A98CBCBC9}" type="pres">
      <dgm:prSet presAssocID="{C81B4F0F-6B7B-4FA7-987D-4A1E9CEDE70B}" presName="compNode" presStyleCnt="0"/>
      <dgm:spPr/>
    </dgm:pt>
    <dgm:pt modelId="{728F61A6-52B5-4CFE-8D8B-51F3ABCBD728}" type="pres">
      <dgm:prSet presAssocID="{C81B4F0F-6B7B-4FA7-987D-4A1E9CEDE70B}" presName="bgRect" presStyleLbl="bgShp" presStyleIdx="0" presStyleCnt="7"/>
      <dgm:spPr/>
    </dgm:pt>
    <dgm:pt modelId="{4BABDA76-17B5-4B7D-8294-15291D583007}" type="pres">
      <dgm:prSet presAssocID="{C81B4F0F-6B7B-4FA7-987D-4A1E9CEDE70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F9F76B9-7429-466D-941B-9A71D4C34C7E}" type="pres">
      <dgm:prSet presAssocID="{C81B4F0F-6B7B-4FA7-987D-4A1E9CEDE70B}" presName="spaceRect" presStyleCnt="0"/>
      <dgm:spPr/>
    </dgm:pt>
    <dgm:pt modelId="{1465FC6F-90D8-4A08-9F26-C1D0208E3EEA}" type="pres">
      <dgm:prSet presAssocID="{C81B4F0F-6B7B-4FA7-987D-4A1E9CEDE70B}" presName="parTx" presStyleLbl="revTx" presStyleIdx="0" presStyleCnt="7">
        <dgm:presLayoutVars>
          <dgm:chMax val="0"/>
          <dgm:chPref val="0"/>
        </dgm:presLayoutVars>
      </dgm:prSet>
      <dgm:spPr/>
    </dgm:pt>
    <dgm:pt modelId="{D8F7ED73-E67E-4B3B-BCED-BD4BF9B27238}" type="pres">
      <dgm:prSet presAssocID="{2E655360-8E1E-40CC-AB2E-534E4C925751}" presName="sibTrans" presStyleCnt="0"/>
      <dgm:spPr/>
    </dgm:pt>
    <dgm:pt modelId="{3A21C9CD-2DAE-413B-BF5F-C02E79BBE4D8}" type="pres">
      <dgm:prSet presAssocID="{1F3C4109-6D68-496F-B48A-4E51A02C4AF8}" presName="compNode" presStyleCnt="0"/>
      <dgm:spPr/>
    </dgm:pt>
    <dgm:pt modelId="{6424A4D3-6874-4EDC-B3F0-D83DFD31652B}" type="pres">
      <dgm:prSet presAssocID="{1F3C4109-6D68-496F-B48A-4E51A02C4AF8}" presName="bgRect" presStyleLbl="bgShp" presStyleIdx="1" presStyleCnt="7"/>
      <dgm:spPr/>
    </dgm:pt>
    <dgm:pt modelId="{DFCECE2E-E78F-4D44-B07F-F886CF7ADC2B}" type="pres">
      <dgm:prSet presAssocID="{1F3C4109-6D68-496F-B48A-4E51A02C4AF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DE45B200-2469-45E5-89D2-E01B0B55F9BF}" type="pres">
      <dgm:prSet presAssocID="{1F3C4109-6D68-496F-B48A-4E51A02C4AF8}" presName="spaceRect" presStyleCnt="0"/>
      <dgm:spPr/>
    </dgm:pt>
    <dgm:pt modelId="{86C554B5-4CEF-4A8C-AE98-44B671265820}" type="pres">
      <dgm:prSet presAssocID="{1F3C4109-6D68-496F-B48A-4E51A02C4AF8}" presName="parTx" presStyleLbl="revTx" presStyleIdx="1" presStyleCnt="7">
        <dgm:presLayoutVars>
          <dgm:chMax val="0"/>
          <dgm:chPref val="0"/>
        </dgm:presLayoutVars>
      </dgm:prSet>
      <dgm:spPr/>
    </dgm:pt>
    <dgm:pt modelId="{742C470F-2D38-4866-9A6D-DFC6680602C2}" type="pres">
      <dgm:prSet presAssocID="{BBD7D051-F5E3-4F78-B122-D909A4E25846}" presName="sibTrans" presStyleCnt="0"/>
      <dgm:spPr/>
    </dgm:pt>
    <dgm:pt modelId="{C7F560F3-3845-4756-9F89-98751AD2E523}" type="pres">
      <dgm:prSet presAssocID="{3ED03F85-3D37-41EE-B7C0-014A8BD50441}" presName="compNode" presStyleCnt="0"/>
      <dgm:spPr/>
    </dgm:pt>
    <dgm:pt modelId="{B2B3EF25-8449-45AD-9120-27B13FB0D778}" type="pres">
      <dgm:prSet presAssocID="{3ED03F85-3D37-41EE-B7C0-014A8BD50441}" presName="bgRect" presStyleLbl="bgShp" presStyleIdx="2" presStyleCnt="7"/>
      <dgm:spPr/>
    </dgm:pt>
    <dgm:pt modelId="{97054A4B-63E3-4BB5-B4B8-EC8D238A92E5}" type="pres">
      <dgm:prSet presAssocID="{3ED03F85-3D37-41EE-B7C0-014A8BD5044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D7BE716-9696-4CB9-A3C8-166ACED8AC37}" type="pres">
      <dgm:prSet presAssocID="{3ED03F85-3D37-41EE-B7C0-014A8BD50441}" presName="spaceRect" presStyleCnt="0"/>
      <dgm:spPr/>
    </dgm:pt>
    <dgm:pt modelId="{80143077-824E-4EAC-9A08-4A6F9ECF98A8}" type="pres">
      <dgm:prSet presAssocID="{3ED03F85-3D37-41EE-B7C0-014A8BD50441}" presName="parTx" presStyleLbl="revTx" presStyleIdx="2" presStyleCnt="7">
        <dgm:presLayoutVars>
          <dgm:chMax val="0"/>
          <dgm:chPref val="0"/>
        </dgm:presLayoutVars>
      </dgm:prSet>
      <dgm:spPr/>
    </dgm:pt>
    <dgm:pt modelId="{9994950F-1A8E-47A6-B6E5-688161AEB388}" type="pres">
      <dgm:prSet presAssocID="{2214A6F3-029C-4387-841F-AE8AC1EBA3B0}" presName="sibTrans" presStyleCnt="0"/>
      <dgm:spPr/>
    </dgm:pt>
    <dgm:pt modelId="{1932B21B-B3D7-4582-82A5-BA07FD02C9BC}" type="pres">
      <dgm:prSet presAssocID="{E9619483-7A85-4C06-95BE-2008ABB65603}" presName="compNode" presStyleCnt="0"/>
      <dgm:spPr/>
    </dgm:pt>
    <dgm:pt modelId="{583793A4-B21E-41DB-9918-CF599AF16B3C}" type="pres">
      <dgm:prSet presAssocID="{E9619483-7A85-4C06-95BE-2008ABB65603}" presName="bgRect" presStyleLbl="bgShp" presStyleIdx="3" presStyleCnt="7"/>
      <dgm:spPr/>
    </dgm:pt>
    <dgm:pt modelId="{D091FB93-797C-4A11-B6AA-FB39EFA5465D}" type="pres">
      <dgm:prSet presAssocID="{E9619483-7A85-4C06-95BE-2008ABB65603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A1FD6B44-04E2-47EC-99D3-B302CE39D22E}" type="pres">
      <dgm:prSet presAssocID="{E9619483-7A85-4C06-95BE-2008ABB65603}" presName="spaceRect" presStyleCnt="0"/>
      <dgm:spPr/>
    </dgm:pt>
    <dgm:pt modelId="{F9F63907-47F3-49E9-B002-5D1CCA56739A}" type="pres">
      <dgm:prSet presAssocID="{E9619483-7A85-4C06-95BE-2008ABB65603}" presName="parTx" presStyleLbl="revTx" presStyleIdx="3" presStyleCnt="7">
        <dgm:presLayoutVars>
          <dgm:chMax val="0"/>
          <dgm:chPref val="0"/>
        </dgm:presLayoutVars>
      </dgm:prSet>
      <dgm:spPr/>
    </dgm:pt>
    <dgm:pt modelId="{5213F823-2829-4ACE-953A-02FAE718A49A}" type="pres">
      <dgm:prSet presAssocID="{5950F476-D1EE-43A5-A632-134CEA017AED}" presName="sibTrans" presStyleCnt="0"/>
      <dgm:spPr/>
    </dgm:pt>
    <dgm:pt modelId="{8C874430-194A-486F-B14F-28541469F36B}" type="pres">
      <dgm:prSet presAssocID="{9776E8F6-06C5-46AA-94D8-AE965C9ABBF0}" presName="compNode" presStyleCnt="0"/>
      <dgm:spPr/>
    </dgm:pt>
    <dgm:pt modelId="{77170C02-CEAF-4CB9-93BB-4DE3B0E38F9E}" type="pres">
      <dgm:prSet presAssocID="{9776E8F6-06C5-46AA-94D8-AE965C9ABBF0}" presName="bgRect" presStyleLbl="bgShp" presStyleIdx="4" presStyleCnt="7"/>
      <dgm:spPr/>
    </dgm:pt>
    <dgm:pt modelId="{A54C67B6-B9C9-481D-9BDF-EEB9CA0A5FBF}" type="pres">
      <dgm:prSet presAssocID="{9776E8F6-06C5-46AA-94D8-AE965C9ABBF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EDEE6BF-673D-4115-ABAB-AFC9A541A969}" type="pres">
      <dgm:prSet presAssocID="{9776E8F6-06C5-46AA-94D8-AE965C9ABBF0}" presName="spaceRect" presStyleCnt="0"/>
      <dgm:spPr/>
    </dgm:pt>
    <dgm:pt modelId="{52CEE982-5046-4442-8D82-C382CC153C61}" type="pres">
      <dgm:prSet presAssocID="{9776E8F6-06C5-46AA-94D8-AE965C9ABBF0}" presName="parTx" presStyleLbl="revTx" presStyleIdx="4" presStyleCnt="7">
        <dgm:presLayoutVars>
          <dgm:chMax val="0"/>
          <dgm:chPref val="0"/>
        </dgm:presLayoutVars>
      </dgm:prSet>
      <dgm:spPr/>
    </dgm:pt>
    <dgm:pt modelId="{B92D419B-A585-45E6-8430-B1A2CDA0A29E}" type="pres">
      <dgm:prSet presAssocID="{795FFD0D-7180-43DA-BDEA-6C7F0930B018}" presName="sibTrans" presStyleCnt="0"/>
      <dgm:spPr/>
    </dgm:pt>
    <dgm:pt modelId="{0F32C346-31FD-46E1-AEBE-80645D63D884}" type="pres">
      <dgm:prSet presAssocID="{5A49F564-E8DF-4CD0-A444-9226D77E7B91}" presName="compNode" presStyleCnt="0"/>
      <dgm:spPr/>
    </dgm:pt>
    <dgm:pt modelId="{DF22BA21-9DA7-4BD9-B4AD-FE5C2419C238}" type="pres">
      <dgm:prSet presAssocID="{5A49F564-E8DF-4CD0-A444-9226D77E7B91}" presName="bgRect" presStyleLbl="bgShp" presStyleIdx="5" presStyleCnt="7"/>
      <dgm:spPr/>
    </dgm:pt>
    <dgm:pt modelId="{0A319BD6-AD04-4C0E-A873-2EE6CB146889}" type="pres">
      <dgm:prSet presAssocID="{5A49F564-E8DF-4CD0-A444-9226D77E7B9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8649B103-B23B-42A7-92CF-48F8E4B2A3F0}" type="pres">
      <dgm:prSet presAssocID="{5A49F564-E8DF-4CD0-A444-9226D77E7B91}" presName="spaceRect" presStyleCnt="0"/>
      <dgm:spPr/>
    </dgm:pt>
    <dgm:pt modelId="{0E2A81DD-4FB5-4269-B557-B7E5B1F3EF21}" type="pres">
      <dgm:prSet presAssocID="{5A49F564-E8DF-4CD0-A444-9226D77E7B91}" presName="parTx" presStyleLbl="revTx" presStyleIdx="5" presStyleCnt="7">
        <dgm:presLayoutVars>
          <dgm:chMax val="0"/>
          <dgm:chPref val="0"/>
        </dgm:presLayoutVars>
      </dgm:prSet>
      <dgm:spPr/>
    </dgm:pt>
    <dgm:pt modelId="{F2CB9666-1B2E-43C2-AE16-682BF4602577}" type="pres">
      <dgm:prSet presAssocID="{D90C2874-FD8A-4624-8B5C-35FAA64B41FB}" presName="sibTrans" presStyleCnt="0"/>
      <dgm:spPr/>
    </dgm:pt>
    <dgm:pt modelId="{117D003C-CBFF-45DE-BFD6-3541B73571DD}" type="pres">
      <dgm:prSet presAssocID="{DE29236F-3021-49D2-8D23-87F5BB49A451}" presName="compNode" presStyleCnt="0"/>
      <dgm:spPr/>
    </dgm:pt>
    <dgm:pt modelId="{2D3B1FFC-0B26-424D-9A00-63B675B1F041}" type="pres">
      <dgm:prSet presAssocID="{DE29236F-3021-49D2-8D23-87F5BB49A451}" presName="bgRect" presStyleLbl="bgShp" presStyleIdx="6" presStyleCnt="7"/>
      <dgm:spPr/>
    </dgm:pt>
    <dgm:pt modelId="{A0FCB761-40A0-4D1C-809E-48EB0925CCC8}" type="pres">
      <dgm:prSet presAssocID="{DE29236F-3021-49D2-8D23-87F5BB49A45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"/>
        </a:ext>
      </dgm:extLst>
    </dgm:pt>
    <dgm:pt modelId="{6753398C-C345-4295-9930-C89C446713CA}" type="pres">
      <dgm:prSet presAssocID="{DE29236F-3021-49D2-8D23-87F5BB49A451}" presName="spaceRect" presStyleCnt="0"/>
      <dgm:spPr/>
    </dgm:pt>
    <dgm:pt modelId="{DB0C79DB-8AE3-4C5E-91AC-BE03DCB401D5}" type="pres">
      <dgm:prSet presAssocID="{DE29236F-3021-49D2-8D23-87F5BB49A451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E04FB60C-994D-42DF-99CF-4BCF97EBAB9A}" srcId="{657ACEA2-B4FE-42C9-A725-5C604AB79B7D}" destId="{DE29236F-3021-49D2-8D23-87F5BB49A451}" srcOrd="6" destOrd="0" parTransId="{334B20FC-D644-488F-9EC4-14AF9D25C888}" sibTransId="{940AE4B5-B2C2-4244-AA86-8490FBC7D38B}"/>
    <dgm:cxn modelId="{A76C1025-2448-4D53-B491-B73039F710DA}" srcId="{657ACEA2-B4FE-42C9-A725-5C604AB79B7D}" destId="{3ED03F85-3D37-41EE-B7C0-014A8BD50441}" srcOrd="2" destOrd="0" parTransId="{AA867A2E-43B1-47BD-A1C3-5610655B6FE6}" sibTransId="{2214A6F3-029C-4387-841F-AE8AC1EBA3B0}"/>
    <dgm:cxn modelId="{3466182A-3E30-4340-B128-8E045BF6815A}" type="presOf" srcId="{657ACEA2-B4FE-42C9-A725-5C604AB79B7D}" destId="{CA3F3B71-FC0F-4A0B-8844-F82A2B8E30C2}" srcOrd="0" destOrd="0" presId="urn:microsoft.com/office/officeart/2018/2/layout/IconVerticalSolidList"/>
    <dgm:cxn modelId="{73937A38-4F48-4767-BBCD-282C46A12C03}" type="presOf" srcId="{DE29236F-3021-49D2-8D23-87F5BB49A451}" destId="{DB0C79DB-8AE3-4C5E-91AC-BE03DCB401D5}" srcOrd="0" destOrd="0" presId="urn:microsoft.com/office/officeart/2018/2/layout/IconVerticalSolidList"/>
    <dgm:cxn modelId="{138C3A63-2E99-456D-B845-4AA8BF6C3185}" type="presOf" srcId="{1F3C4109-6D68-496F-B48A-4E51A02C4AF8}" destId="{86C554B5-4CEF-4A8C-AE98-44B671265820}" srcOrd="0" destOrd="0" presId="urn:microsoft.com/office/officeart/2018/2/layout/IconVerticalSolidList"/>
    <dgm:cxn modelId="{BA34C543-2D7E-4AAA-97B1-8CEBF879B397}" srcId="{657ACEA2-B4FE-42C9-A725-5C604AB79B7D}" destId="{E9619483-7A85-4C06-95BE-2008ABB65603}" srcOrd="3" destOrd="0" parTransId="{544B5EB6-837D-4813-A1BF-7F8ED432B6F4}" sibTransId="{5950F476-D1EE-43A5-A632-134CEA017AED}"/>
    <dgm:cxn modelId="{7E68466E-9AD2-4715-8D29-3DB0F97326FF}" type="presOf" srcId="{E9619483-7A85-4C06-95BE-2008ABB65603}" destId="{F9F63907-47F3-49E9-B002-5D1CCA56739A}" srcOrd="0" destOrd="0" presId="urn:microsoft.com/office/officeart/2018/2/layout/IconVerticalSolidList"/>
    <dgm:cxn modelId="{8C27FB55-D910-4DA3-9F85-639A6D791244}" srcId="{657ACEA2-B4FE-42C9-A725-5C604AB79B7D}" destId="{5A49F564-E8DF-4CD0-A444-9226D77E7B91}" srcOrd="5" destOrd="0" parTransId="{A193E005-2774-4086-B076-CF8D7853DC4D}" sibTransId="{D90C2874-FD8A-4624-8B5C-35FAA64B41FB}"/>
    <dgm:cxn modelId="{90AE8C59-0C7D-48C9-B4D5-7AA12EF16B93}" srcId="{657ACEA2-B4FE-42C9-A725-5C604AB79B7D}" destId="{C81B4F0F-6B7B-4FA7-987D-4A1E9CEDE70B}" srcOrd="0" destOrd="0" parTransId="{23302147-0D9B-4744-9978-2EE281B2D359}" sibTransId="{2E655360-8E1E-40CC-AB2E-534E4C925751}"/>
    <dgm:cxn modelId="{39AF4883-D958-4F22-9B39-DEBC1E2BC5D9}" type="presOf" srcId="{5A49F564-E8DF-4CD0-A444-9226D77E7B91}" destId="{0E2A81DD-4FB5-4269-B557-B7E5B1F3EF21}" srcOrd="0" destOrd="0" presId="urn:microsoft.com/office/officeart/2018/2/layout/IconVerticalSolidList"/>
    <dgm:cxn modelId="{4BA238A6-60E2-4048-B469-A012D7F6CC89}" type="presOf" srcId="{3ED03F85-3D37-41EE-B7C0-014A8BD50441}" destId="{80143077-824E-4EAC-9A08-4A6F9ECF98A8}" srcOrd="0" destOrd="0" presId="urn:microsoft.com/office/officeart/2018/2/layout/IconVerticalSolidList"/>
    <dgm:cxn modelId="{DEFEE2B6-FD22-42B8-B069-FC5A1A1133A3}" srcId="{657ACEA2-B4FE-42C9-A725-5C604AB79B7D}" destId="{1F3C4109-6D68-496F-B48A-4E51A02C4AF8}" srcOrd="1" destOrd="0" parTransId="{E66F71B9-0C06-4CF0-94D4-1D49995EC993}" sibTransId="{BBD7D051-F5E3-4F78-B122-D909A4E25846}"/>
    <dgm:cxn modelId="{B0CC18BE-F0A2-4785-929D-417A4B88D127}" type="presOf" srcId="{9776E8F6-06C5-46AA-94D8-AE965C9ABBF0}" destId="{52CEE982-5046-4442-8D82-C382CC153C61}" srcOrd="0" destOrd="0" presId="urn:microsoft.com/office/officeart/2018/2/layout/IconVerticalSolidList"/>
    <dgm:cxn modelId="{403AFEC2-5674-4052-8350-9900141CDC4D}" type="presOf" srcId="{C81B4F0F-6B7B-4FA7-987D-4A1E9CEDE70B}" destId="{1465FC6F-90D8-4A08-9F26-C1D0208E3EEA}" srcOrd="0" destOrd="0" presId="urn:microsoft.com/office/officeart/2018/2/layout/IconVerticalSolidList"/>
    <dgm:cxn modelId="{9F9E4AC8-2498-4961-BD63-E1B430C2B04B}" srcId="{657ACEA2-B4FE-42C9-A725-5C604AB79B7D}" destId="{9776E8F6-06C5-46AA-94D8-AE965C9ABBF0}" srcOrd="4" destOrd="0" parTransId="{38AE4104-8BEC-4EA5-AF92-DF93766CA5EB}" sibTransId="{795FFD0D-7180-43DA-BDEA-6C7F0930B018}"/>
    <dgm:cxn modelId="{831719A0-D4EC-4C7A-8605-B2B69AA35F94}" type="presParOf" srcId="{CA3F3B71-FC0F-4A0B-8844-F82A2B8E30C2}" destId="{A1CDB63A-1213-49C9-A86F-446A98CBCBC9}" srcOrd="0" destOrd="0" presId="urn:microsoft.com/office/officeart/2018/2/layout/IconVerticalSolidList"/>
    <dgm:cxn modelId="{5C33C119-0470-4EB1-B3D8-3087355C6F7C}" type="presParOf" srcId="{A1CDB63A-1213-49C9-A86F-446A98CBCBC9}" destId="{728F61A6-52B5-4CFE-8D8B-51F3ABCBD728}" srcOrd="0" destOrd="0" presId="urn:microsoft.com/office/officeart/2018/2/layout/IconVerticalSolidList"/>
    <dgm:cxn modelId="{1D5EF675-28EB-4153-AD20-3A68CA7572FF}" type="presParOf" srcId="{A1CDB63A-1213-49C9-A86F-446A98CBCBC9}" destId="{4BABDA76-17B5-4B7D-8294-15291D583007}" srcOrd="1" destOrd="0" presId="urn:microsoft.com/office/officeart/2018/2/layout/IconVerticalSolidList"/>
    <dgm:cxn modelId="{93C58587-7DAB-44C0-8207-A4E70AF89494}" type="presParOf" srcId="{A1CDB63A-1213-49C9-A86F-446A98CBCBC9}" destId="{0F9F76B9-7429-466D-941B-9A71D4C34C7E}" srcOrd="2" destOrd="0" presId="urn:microsoft.com/office/officeart/2018/2/layout/IconVerticalSolidList"/>
    <dgm:cxn modelId="{4F0A5A7D-5C68-4839-BE69-1CCEAE7D5028}" type="presParOf" srcId="{A1CDB63A-1213-49C9-A86F-446A98CBCBC9}" destId="{1465FC6F-90D8-4A08-9F26-C1D0208E3EEA}" srcOrd="3" destOrd="0" presId="urn:microsoft.com/office/officeart/2018/2/layout/IconVerticalSolidList"/>
    <dgm:cxn modelId="{E090F0F0-09F9-4A13-B8A1-D460AFA5B253}" type="presParOf" srcId="{CA3F3B71-FC0F-4A0B-8844-F82A2B8E30C2}" destId="{D8F7ED73-E67E-4B3B-BCED-BD4BF9B27238}" srcOrd="1" destOrd="0" presId="urn:microsoft.com/office/officeart/2018/2/layout/IconVerticalSolidList"/>
    <dgm:cxn modelId="{6113A884-9EEA-4D5E-A7CF-5F666CFA8586}" type="presParOf" srcId="{CA3F3B71-FC0F-4A0B-8844-F82A2B8E30C2}" destId="{3A21C9CD-2DAE-413B-BF5F-C02E79BBE4D8}" srcOrd="2" destOrd="0" presId="urn:microsoft.com/office/officeart/2018/2/layout/IconVerticalSolidList"/>
    <dgm:cxn modelId="{67405C71-8FA4-4513-ACD0-3F7E0C187368}" type="presParOf" srcId="{3A21C9CD-2DAE-413B-BF5F-C02E79BBE4D8}" destId="{6424A4D3-6874-4EDC-B3F0-D83DFD31652B}" srcOrd="0" destOrd="0" presId="urn:microsoft.com/office/officeart/2018/2/layout/IconVerticalSolidList"/>
    <dgm:cxn modelId="{F62B3975-85E0-4864-B12C-1A67DB8C08B5}" type="presParOf" srcId="{3A21C9CD-2DAE-413B-BF5F-C02E79BBE4D8}" destId="{DFCECE2E-E78F-4D44-B07F-F886CF7ADC2B}" srcOrd="1" destOrd="0" presId="urn:microsoft.com/office/officeart/2018/2/layout/IconVerticalSolidList"/>
    <dgm:cxn modelId="{9FADDD27-4058-4665-877B-12ECFAAF0698}" type="presParOf" srcId="{3A21C9CD-2DAE-413B-BF5F-C02E79BBE4D8}" destId="{DE45B200-2469-45E5-89D2-E01B0B55F9BF}" srcOrd="2" destOrd="0" presId="urn:microsoft.com/office/officeart/2018/2/layout/IconVerticalSolidList"/>
    <dgm:cxn modelId="{955E5FF3-1E83-4978-81B6-4E06E9EF6D25}" type="presParOf" srcId="{3A21C9CD-2DAE-413B-BF5F-C02E79BBE4D8}" destId="{86C554B5-4CEF-4A8C-AE98-44B671265820}" srcOrd="3" destOrd="0" presId="urn:microsoft.com/office/officeart/2018/2/layout/IconVerticalSolidList"/>
    <dgm:cxn modelId="{EBB537FD-734A-4443-8FEF-20BD6B74BDE2}" type="presParOf" srcId="{CA3F3B71-FC0F-4A0B-8844-F82A2B8E30C2}" destId="{742C470F-2D38-4866-9A6D-DFC6680602C2}" srcOrd="3" destOrd="0" presId="urn:microsoft.com/office/officeart/2018/2/layout/IconVerticalSolidList"/>
    <dgm:cxn modelId="{C07BC277-F322-4B71-82A6-B09A3463EF19}" type="presParOf" srcId="{CA3F3B71-FC0F-4A0B-8844-F82A2B8E30C2}" destId="{C7F560F3-3845-4756-9F89-98751AD2E523}" srcOrd="4" destOrd="0" presId="urn:microsoft.com/office/officeart/2018/2/layout/IconVerticalSolidList"/>
    <dgm:cxn modelId="{1ACFC24C-AC88-4A06-A956-E6159865513A}" type="presParOf" srcId="{C7F560F3-3845-4756-9F89-98751AD2E523}" destId="{B2B3EF25-8449-45AD-9120-27B13FB0D778}" srcOrd="0" destOrd="0" presId="urn:microsoft.com/office/officeart/2018/2/layout/IconVerticalSolidList"/>
    <dgm:cxn modelId="{F2336008-DA55-4338-A7CE-3D8C1B9E2D36}" type="presParOf" srcId="{C7F560F3-3845-4756-9F89-98751AD2E523}" destId="{97054A4B-63E3-4BB5-B4B8-EC8D238A92E5}" srcOrd="1" destOrd="0" presId="urn:microsoft.com/office/officeart/2018/2/layout/IconVerticalSolidList"/>
    <dgm:cxn modelId="{0DCE58CD-9AA3-461E-B51A-6D5EC384F881}" type="presParOf" srcId="{C7F560F3-3845-4756-9F89-98751AD2E523}" destId="{ED7BE716-9696-4CB9-A3C8-166ACED8AC37}" srcOrd="2" destOrd="0" presId="urn:microsoft.com/office/officeart/2018/2/layout/IconVerticalSolidList"/>
    <dgm:cxn modelId="{4A270A4B-2E96-4C8C-AF78-06885A4ECFB7}" type="presParOf" srcId="{C7F560F3-3845-4756-9F89-98751AD2E523}" destId="{80143077-824E-4EAC-9A08-4A6F9ECF98A8}" srcOrd="3" destOrd="0" presId="urn:microsoft.com/office/officeart/2018/2/layout/IconVerticalSolidList"/>
    <dgm:cxn modelId="{3E53730E-319C-4ECA-BDEB-A04CA1DC26FB}" type="presParOf" srcId="{CA3F3B71-FC0F-4A0B-8844-F82A2B8E30C2}" destId="{9994950F-1A8E-47A6-B6E5-688161AEB388}" srcOrd="5" destOrd="0" presId="urn:microsoft.com/office/officeart/2018/2/layout/IconVerticalSolidList"/>
    <dgm:cxn modelId="{D00BC754-B8E5-4F0E-A5A9-4A5151D99683}" type="presParOf" srcId="{CA3F3B71-FC0F-4A0B-8844-F82A2B8E30C2}" destId="{1932B21B-B3D7-4582-82A5-BA07FD02C9BC}" srcOrd="6" destOrd="0" presId="urn:microsoft.com/office/officeart/2018/2/layout/IconVerticalSolidList"/>
    <dgm:cxn modelId="{09346090-905A-415F-9C4F-E47BDACEF1D6}" type="presParOf" srcId="{1932B21B-B3D7-4582-82A5-BA07FD02C9BC}" destId="{583793A4-B21E-41DB-9918-CF599AF16B3C}" srcOrd="0" destOrd="0" presId="urn:microsoft.com/office/officeart/2018/2/layout/IconVerticalSolidList"/>
    <dgm:cxn modelId="{D9722EBF-26B6-44D1-A5D4-F417B270D537}" type="presParOf" srcId="{1932B21B-B3D7-4582-82A5-BA07FD02C9BC}" destId="{D091FB93-797C-4A11-B6AA-FB39EFA5465D}" srcOrd="1" destOrd="0" presId="urn:microsoft.com/office/officeart/2018/2/layout/IconVerticalSolidList"/>
    <dgm:cxn modelId="{862BC170-FA41-4EC5-B77C-B32F6D0EC32E}" type="presParOf" srcId="{1932B21B-B3D7-4582-82A5-BA07FD02C9BC}" destId="{A1FD6B44-04E2-47EC-99D3-B302CE39D22E}" srcOrd="2" destOrd="0" presId="urn:microsoft.com/office/officeart/2018/2/layout/IconVerticalSolidList"/>
    <dgm:cxn modelId="{5B7E4DC1-1B6E-471D-9991-77D44587985A}" type="presParOf" srcId="{1932B21B-B3D7-4582-82A5-BA07FD02C9BC}" destId="{F9F63907-47F3-49E9-B002-5D1CCA56739A}" srcOrd="3" destOrd="0" presId="urn:microsoft.com/office/officeart/2018/2/layout/IconVerticalSolidList"/>
    <dgm:cxn modelId="{BDF4CBA9-D4D4-48EF-A9B6-ABCD7C3151A9}" type="presParOf" srcId="{CA3F3B71-FC0F-4A0B-8844-F82A2B8E30C2}" destId="{5213F823-2829-4ACE-953A-02FAE718A49A}" srcOrd="7" destOrd="0" presId="urn:microsoft.com/office/officeart/2018/2/layout/IconVerticalSolidList"/>
    <dgm:cxn modelId="{BEE77C02-F7BA-490B-9550-D3AD58A512D4}" type="presParOf" srcId="{CA3F3B71-FC0F-4A0B-8844-F82A2B8E30C2}" destId="{8C874430-194A-486F-B14F-28541469F36B}" srcOrd="8" destOrd="0" presId="urn:microsoft.com/office/officeart/2018/2/layout/IconVerticalSolidList"/>
    <dgm:cxn modelId="{D0486226-01D0-4F7C-9790-B761EFE93781}" type="presParOf" srcId="{8C874430-194A-486F-B14F-28541469F36B}" destId="{77170C02-CEAF-4CB9-93BB-4DE3B0E38F9E}" srcOrd="0" destOrd="0" presId="urn:microsoft.com/office/officeart/2018/2/layout/IconVerticalSolidList"/>
    <dgm:cxn modelId="{B4639A77-915E-4460-9C8E-4F3936EED827}" type="presParOf" srcId="{8C874430-194A-486F-B14F-28541469F36B}" destId="{A54C67B6-B9C9-481D-9BDF-EEB9CA0A5FBF}" srcOrd="1" destOrd="0" presId="urn:microsoft.com/office/officeart/2018/2/layout/IconVerticalSolidList"/>
    <dgm:cxn modelId="{31DD2100-2D22-491A-A3A6-1E4E441CDFA0}" type="presParOf" srcId="{8C874430-194A-486F-B14F-28541469F36B}" destId="{AEDEE6BF-673D-4115-ABAB-AFC9A541A969}" srcOrd="2" destOrd="0" presId="urn:microsoft.com/office/officeart/2018/2/layout/IconVerticalSolidList"/>
    <dgm:cxn modelId="{DE8769D3-ED2A-487D-8C88-0EFDD26EF94A}" type="presParOf" srcId="{8C874430-194A-486F-B14F-28541469F36B}" destId="{52CEE982-5046-4442-8D82-C382CC153C61}" srcOrd="3" destOrd="0" presId="urn:microsoft.com/office/officeart/2018/2/layout/IconVerticalSolidList"/>
    <dgm:cxn modelId="{3C9CD472-0D98-4962-A865-57D9B4EF6C90}" type="presParOf" srcId="{CA3F3B71-FC0F-4A0B-8844-F82A2B8E30C2}" destId="{B92D419B-A585-45E6-8430-B1A2CDA0A29E}" srcOrd="9" destOrd="0" presId="urn:microsoft.com/office/officeart/2018/2/layout/IconVerticalSolidList"/>
    <dgm:cxn modelId="{3539B56A-D712-477E-9700-C92C81E3EA3B}" type="presParOf" srcId="{CA3F3B71-FC0F-4A0B-8844-F82A2B8E30C2}" destId="{0F32C346-31FD-46E1-AEBE-80645D63D884}" srcOrd="10" destOrd="0" presId="urn:microsoft.com/office/officeart/2018/2/layout/IconVerticalSolidList"/>
    <dgm:cxn modelId="{EE2A8479-54CB-4D57-98E8-071143359690}" type="presParOf" srcId="{0F32C346-31FD-46E1-AEBE-80645D63D884}" destId="{DF22BA21-9DA7-4BD9-B4AD-FE5C2419C238}" srcOrd="0" destOrd="0" presId="urn:microsoft.com/office/officeart/2018/2/layout/IconVerticalSolidList"/>
    <dgm:cxn modelId="{5BA2DF91-95A8-4CBB-B77D-62513727F956}" type="presParOf" srcId="{0F32C346-31FD-46E1-AEBE-80645D63D884}" destId="{0A319BD6-AD04-4C0E-A873-2EE6CB146889}" srcOrd="1" destOrd="0" presId="urn:microsoft.com/office/officeart/2018/2/layout/IconVerticalSolidList"/>
    <dgm:cxn modelId="{C108B8FC-70CE-4A69-8FD0-E56EB5E36B52}" type="presParOf" srcId="{0F32C346-31FD-46E1-AEBE-80645D63D884}" destId="{8649B103-B23B-42A7-92CF-48F8E4B2A3F0}" srcOrd="2" destOrd="0" presId="urn:microsoft.com/office/officeart/2018/2/layout/IconVerticalSolidList"/>
    <dgm:cxn modelId="{6F7173EB-4F7B-4160-A8FB-F94160E619EA}" type="presParOf" srcId="{0F32C346-31FD-46E1-AEBE-80645D63D884}" destId="{0E2A81DD-4FB5-4269-B557-B7E5B1F3EF21}" srcOrd="3" destOrd="0" presId="urn:microsoft.com/office/officeart/2018/2/layout/IconVerticalSolidList"/>
    <dgm:cxn modelId="{4E221A59-3F43-457F-87A8-C56DCF94D426}" type="presParOf" srcId="{CA3F3B71-FC0F-4A0B-8844-F82A2B8E30C2}" destId="{F2CB9666-1B2E-43C2-AE16-682BF4602577}" srcOrd="11" destOrd="0" presId="urn:microsoft.com/office/officeart/2018/2/layout/IconVerticalSolidList"/>
    <dgm:cxn modelId="{C8C5F603-282B-4EF7-BD68-3D35794BCCCB}" type="presParOf" srcId="{CA3F3B71-FC0F-4A0B-8844-F82A2B8E30C2}" destId="{117D003C-CBFF-45DE-BFD6-3541B73571DD}" srcOrd="12" destOrd="0" presId="urn:microsoft.com/office/officeart/2018/2/layout/IconVerticalSolidList"/>
    <dgm:cxn modelId="{AF934CA7-B164-44B6-921D-74323D0B02E5}" type="presParOf" srcId="{117D003C-CBFF-45DE-BFD6-3541B73571DD}" destId="{2D3B1FFC-0B26-424D-9A00-63B675B1F041}" srcOrd="0" destOrd="0" presId="urn:microsoft.com/office/officeart/2018/2/layout/IconVerticalSolidList"/>
    <dgm:cxn modelId="{FF04C80C-5344-49DF-8FCC-4AE60735A682}" type="presParOf" srcId="{117D003C-CBFF-45DE-BFD6-3541B73571DD}" destId="{A0FCB761-40A0-4D1C-809E-48EB0925CCC8}" srcOrd="1" destOrd="0" presId="urn:microsoft.com/office/officeart/2018/2/layout/IconVerticalSolidList"/>
    <dgm:cxn modelId="{0171CD25-DC81-4636-80E0-52F6462405FE}" type="presParOf" srcId="{117D003C-CBFF-45DE-BFD6-3541B73571DD}" destId="{6753398C-C345-4295-9930-C89C446713CA}" srcOrd="2" destOrd="0" presId="urn:microsoft.com/office/officeart/2018/2/layout/IconVerticalSolidList"/>
    <dgm:cxn modelId="{DF7D9639-F855-4A92-AD2D-9BB66C5770AE}" type="presParOf" srcId="{117D003C-CBFF-45DE-BFD6-3541B73571DD}" destId="{DB0C79DB-8AE3-4C5E-91AC-BE03DCB401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F61A6-52B5-4CFE-8D8B-51F3ABCBD728}">
      <dsp:nvSpPr>
        <dsp:cNvPr id="0" name=""/>
        <dsp:cNvSpPr/>
      </dsp:nvSpPr>
      <dsp:spPr>
        <a:xfrm>
          <a:off x="0" y="283"/>
          <a:ext cx="9601200" cy="3902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BDA76-17B5-4B7D-8294-15291D583007}">
      <dsp:nvSpPr>
        <dsp:cNvPr id="0" name=""/>
        <dsp:cNvSpPr/>
      </dsp:nvSpPr>
      <dsp:spPr>
        <a:xfrm>
          <a:off x="118057" y="88094"/>
          <a:ext cx="214649" cy="214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5FC6F-90D8-4A08-9F26-C1D0208E3EEA}">
      <dsp:nvSpPr>
        <dsp:cNvPr id="0" name=""/>
        <dsp:cNvSpPr/>
      </dsp:nvSpPr>
      <dsp:spPr>
        <a:xfrm>
          <a:off x="450763" y="283"/>
          <a:ext cx="9150436" cy="39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4" tIns="41304" rIns="41304" bIns="4130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 baseline="0"/>
            <a:t>Problema</a:t>
          </a:r>
          <a:endParaRPr lang="en-US" sz="1600" kern="1200"/>
        </a:p>
      </dsp:txBody>
      <dsp:txXfrm>
        <a:off x="450763" y="283"/>
        <a:ext cx="9150436" cy="390271"/>
      </dsp:txXfrm>
    </dsp:sp>
    <dsp:sp modelId="{6424A4D3-6874-4EDC-B3F0-D83DFD31652B}">
      <dsp:nvSpPr>
        <dsp:cNvPr id="0" name=""/>
        <dsp:cNvSpPr/>
      </dsp:nvSpPr>
      <dsp:spPr>
        <a:xfrm>
          <a:off x="0" y="488122"/>
          <a:ext cx="9601200" cy="3902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ECE2E-E78F-4D44-B07F-F886CF7ADC2B}">
      <dsp:nvSpPr>
        <dsp:cNvPr id="0" name=""/>
        <dsp:cNvSpPr/>
      </dsp:nvSpPr>
      <dsp:spPr>
        <a:xfrm>
          <a:off x="118057" y="575934"/>
          <a:ext cx="214649" cy="214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554B5-4CEF-4A8C-AE98-44B671265820}">
      <dsp:nvSpPr>
        <dsp:cNvPr id="0" name=""/>
        <dsp:cNvSpPr/>
      </dsp:nvSpPr>
      <dsp:spPr>
        <a:xfrm>
          <a:off x="450763" y="488122"/>
          <a:ext cx="9150436" cy="39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4" tIns="41304" rIns="41304" bIns="4130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 baseline="0"/>
            <a:t>Objetivos </a:t>
          </a:r>
          <a:endParaRPr lang="en-US" sz="1600" kern="1200"/>
        </a:p>
      </dsp:txBody>
      <dsp:txXfrm>
        <a:off x="450763" y="488122"/>
        <a:ext cx="9150436" cy="390271"/>
      </dsp:txXfrm>
    </dsp:sp>
    <dsp:sp modelId="{B2B3EF25-8449-45AD-9120-27B13FB0D778}">
      <dsp:nvSpPr>
        <dsp:cNvPr id="0" name=""/>
        <dsp:cNvSpPr/>
      </dsp:nvSpPr>
      <dsp:spPr>
        <a:xfrm>
          <a:off x="0" y="975962"/>
          <a:ext cx="9601200" cy="3902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054A4B-63E3-4BB5-B4B8-EC8D238A92E5}">
      <dsp:nvSpPr>
        <dsp:cNvPr id="0" name=""/>
        <dsp:cNvSpPr/>
      </dsp:nvSpPr>
      <dsp:spPr>
        <a:xfrm>
          <a:off x="118057" y="1063773"/>
          <a:ext cx="214649" cy="214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43077-824E-4EAC-9A08-4A6F9ECF98A8}">
      <dsp:nvSpPr>
        <dsp:cNvPr id="0" name=""/>
        <dsp:cNvSpPr/>
      </dsp:nvSpPr>
      <dsp:spPr>
        <a:xfrm>
          <a:off x="450763" y="975962"/>
          <a:ext cx="9150436" cy="39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4" tIns="41304" rIns="41304" bIns="4130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 baseline="0"/>
            <a:t>Metodología</a:t>
          </a:r>
          <a:endParaRPr lang="en-US" sz="1600" kern="1200"/>
        </a:p>
      </dsp:txBody>
      <dsp:txXfrm>
        <a:off x="450763" y="975962"/>
        <a:ext cx="9150436" cy="390271"/>
      </dsp:txXfrm>
    </dsp:sp>
    <dsp:sp modelId="{583793A4-B21E-41DB-9918-CF599AF16B3C}">
      <dsp:nvSpPr>
        <dsp:cNvPr id="0" name=""/>
        <dsp:cNvSpPr/>
      </dsp:nvSpPr>
      <dsp:spPr>
        <a:xfrm>
          <a:off x="0" y="1463801"/>
          <a:ext cx="9601200" cy="3902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1FB93-797C-4A11-B6AA-FB39EFA5465D}">
      <dsp:nvSpPr>
        <dsp:cNvPr id="0" name=""/>
        <dsp:cNvSpPr/>
      </dsp:nvSpPr>
      <dsp:spPr>
        <a:xfrm>
          <a:off x="118057" y="1551612"/>
          <a:ext cx="214649" cy="214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63907-47F3-49E9-B002-5D1CCA56739A}">
      <dsp:nvSpPr>
        <dsp:cNvPr id="0" name=""/>
        <dsp:cNvSpPr/>
      </dsp:nvSpPr>
      <dsp:spPr>
        <a:xfrm>
          <a:off x="450763" y="1463801"/>
          <a:ext cx="9150436" cy="39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4" tIns="41304" rIns="41304" bIns="4130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 baseline="0"/>
            <a:t>Resultados</a:t>
          </a:r>
          <a:endParaRPr lang="en-US" sz="1600" kern="1200"/>
        </a:p>
      </dsp:txBody>
      <dsp:txXfrm>
        <a:off x="450763" y="1463801"/>
        <a:ext cx="9150436" cy="390271"/>
      </dsp:txXfrm>
    </dsp:sp>
    <dsp:sp modelId="{77170C02-CEAF-4CB9-93BB-4DE3B0E38F9E}">
      <dsp:nvSpPr>
        <dsp:cNvPr id="0" name=""/>
        <dsp:cNvSpPr/>
      </dsp:nvSpPr>
      <dsp:spPr>
        <a:xfrm>
          <a:off x="0" y="1951641"/>
          <a:ext cx="9601200" cy="3902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C67B6-B9C9-481D-9BDF-EEB9CA0A5FBF}">
      <dsp:nvSpPr>
        <dsp:cNvPr id="0" name=""/>
        <dsp:cNvSpPr/>
      </dsp:nvSpPr>
      <dsp:spPr>
        <a:xfrm>
          <a:off x="118057" y="2039452"/>
          <a:ext cx="214649" cy="2146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EE982-5046-4442-8D82-C382CC153C61}">
      <dsp:nvSpPr>
        <dsp:cNvPr id="0" name=""/>
        <dsp:cNvSpPr/>
      </dsp:nvSpPr>
      <dsp:spPr>
        <a:xfrm>
          <a:off x="450763" y="1951641"/>
          <a:ext cx="9150436" cy="39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4" tIns="41304" rIns="41304" bIns="4130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 baseline="0"/>
            <a:t>Conclusiones</a:t>
          </a:r>
          <a:endParaRPr lang="en-US" sz="1600" kern="1200"/>
        </a:p>
      </dsp:txBody>
      <dsp:txXfrm>
        <a:off x="450763" y="1951641"/>
        <a:ext cx="9150436" cy="390271"/>
      </dsp:txXfrm>
    </dsp:sp>
    <dsp:sp modelId="{DF22BA21-9DA7-4BD9-B4AD-FE5C2419C238}">
      <dsp:nvSpPr>
        <dsp:cNvPr id="0" name=""/>
        <dsp:cNvSpPr/>
      </dsp:nvSpPr>
      <dsp:spPr>
        <a:xfrm>
          <a:off x="0" y="2439480"/>
          <a:ext cx="9601200" cy="3902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319BD6-AD04-4C0E-A873-2EE6CB146889}">
      <dsp:nvSpPr>
        <dsp:cNvPr id="0" name=""/>
        <dsp:cNvSpPr/>
      </dsp:nvSpPr>
      <dsp:spPr>
        <a:xfrm>
          <a:off x="118057" y="2527291"/>
          <a:ext cx="214649" cy="21464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2A81DD-4FB5-4269-B557-B7E5B1F3EF21}">
      <dsp:nvSpPr>
        <dsp:cNvPr id="0" name=""/>
        <dsp:cNvSpPr/>
      </dsp:nvSpPr>
      <dsp:spPr>
        <a:xfrm>
          <a:off x="450763" y="2439480"/>
          <a:ext cx="9150436" cy="39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4" tIns="41304" rIns="41304" bIns="4130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 baseline="0"/>
            <a:t>Pruebas</a:t>
          </a:r>
          <a:endParaRPr lang="en-US" sz="1600" kern="1200"/>
        </a:p>
      </dsp:txBody>
      <dsp:txXfrm>
        <a:off x="450763" y="2439480"/>
        <a:ext cx="9150436" cy="390271"/>
      </dsp:txXfrm>
    </dsp:sp>
    <dsp:sp modelId="{2D3B1FFC-0B26-424D-9A00-63B675B1F041}">
      <dsp:nvSpPr>
        <dsp:cNvPr id="0" name=""/>
        <dsp:cNvSpPr/>
      </dsp:nvSpPr>
      <dsp:spPr>
        <a:xfrm>
          <a:off x="0" y="2927319"/>
          <a:ext cx="9601200" cy="3902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CB761-40A0-4D1C-809E-48EB0925CCC8}">
      <dsp:nvSpPr>
        <dsp:cNvPr id="0" name=""/>
        <dsp:cNvSpPr/>
      </dsp:nvSpPr>
      <dsp:spPr>
        <a:xfrm>
          <a:off x="118057" y="3015131"/>
          <a:ext cx="214649" cy="21464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C79DB-8AE3-4C5E-91AC-BE03DCB401D5}">
      <dsp:nvSpPr>
        <dsp:cNvPr id="0" name=""/>
        <dsp:cNvSpPr/>
      </dsp:nvSpPr>
      <dsp:spPr>
        <a:xfrm>
          <a:off x="450763" y="2927319"/>
          <a:ext cx="9150436" cy="390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04" tIns="41304" rIns="41304" bIns="4130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600" kern="1200" baseline="0"/>
            <a:t>Anexo (Notas personales)</a:t>
          </a:r>
          <a:endParaRPr lang="en-US" sz="1600" kern="1200"/>
        </a:p>
      </dsp:txBody>
      <dsp:txXfrm>
        <a:off x="450763" y="2927319"/>
        <a:ext cx="9150436" cy="3902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43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8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08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2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62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0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207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7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6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849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849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94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061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718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381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01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E79423-69FB-4223-BF2A-E6C7DBF8E551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728951-D8B5-49F5-A690-50E91094B7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32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3.svg"/><Relationship Id="rId7" Type="http://schemas.openxmlformats.org/officeDocument/2006/relationships/image" Target="../media/image3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3.svg"/><Relationship Id="rId7" Type="http://schemas.openxmlformats.org/officeDocument/2006/relationships/image" Target="../media/image3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E2664-726C-0CCA-9C64-0C8F1FB66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408" y="1647731"/>
            <a:ext cx="7143184" cy="358237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s-ES" sz="3200" b="1" dirty="0">
                <a:latin typeface="Verdana" panose="020B0604030504040204" pitchFamily="34" charset="0"/>
                <a:ea typeface="Verdana" panose="020B0604030504040204" pitchFamily="34" charset="0"/>
              </a:rPr>
              <a:t>Desarrollo e implementación de un sistema para detectar y explicar patrones emocionales en la voz en escenas de películas usando redes neuronales y clasificadores interpretativos</a:t>
            </a:r>
            <a:endParaRPr lang="en-US" sz="3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34CC8C-8150-ADD1-73F7-F81B876CC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3203" y="254954"/>
            <a:ext cx="5505593" cy="409345"/>
          </a:xfrm>
        </p:spPr>
        <p:txBody>
          <a:bodyPr>
            <a:noAutofit/>
          </a:bodyPr>
          <a:lstStyle/>
          <a:p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Universidad Católica de Santa María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927C0D0C-2F33-F135-C6A0-1D9E9351D2B7}"/>
              </a:ext>
            </a:extLst>
          </p:cNvPr>
          <p:cNvSpPr txBox="1">
            <a:spLocks/>
          </p:cNvSpPr>
          <p:nvPr/>
        </p:nvSpPr>
        <p:spPr>
          <a:xfrm>
            <a:off x="124247" y="5575545"/>
            <a:ext cx="5064766" cy="769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Autor: </a:t>
            </a:r>
          </a:p>
          <a:p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Monje Bolívar, Ronaldo Alejandro </a:t>
            </a:r>
          </a:p>
        </p:txBody>
      </p:sp>
      <p:pic>
        <p:nvPicPr>
          <p:cNvPr id="6" name="Imagen 5" descr="Imagen que contiene reina, dibujo&#10;&#10;El contenido generado por IA puede ser incorrecto.">
            <a:extLst>
              <a:ext uri="{FF2B5EF4-FFF2-40B4-BE49-F238E27FC236}">
                <a16:creationId xmlns:a16="http://schemas.microsoft.com/office/drawing/2014/main" id="{5DCA597D-419D-4AAA-B9DB-AB6F003FB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771" y="379869"/>
            <a:ext cx="1613236" cy="1613236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787C74C-0991-1B91-9817-1643839B12B8}"/>
              </a:ext>
            </a:extLst>
          </p:cNvPr>
          <p:cNvSpPr txBox="1">
            <a:spLocks/>
          </p:cNvSpPr>
          <p:nvPr/>
        </p:nvSpPr>
        <p:spPr>
          <a:xfrm>
            <a:off x="2273549" y="666225"/>
            <a:ext cx="7644899" cy="7243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Para optar el Título Profesional de Ingeniero de Sistemas con Especialidad en Ingeniería de software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5BE270D-46F0-9347-5FC9-60CA13893C38}"/>
              </a:ext>
            </a:extLst>
          </p:cNvPr>
          <p:cNvSpPr txBox="1">
            <a:spLocks/>
          </p:cNvSpPr>
          <p:nvPr/>
        </p:nvSpPr>
        <p:spPr>
          <a:xfrm>
            <a:off x="7322981" y="5557500"/>
            <a:ext cx="4869019" cy="805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Asesor: </a:t>
            </a:r>
          </a:p>
          <a:p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Dr. </a:t>
            </a: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Esquicha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 Tejada, José David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E6452D3B-CD32-9BC3-7287-01AAF6C609A5}"/>
              </a:ext>
            </a:extLst>
          </p:cNvPr>
          <p:cNvSpPr txBox="1">
            <a:spLocks/>
          </p:cNvSpPr>
          <p:nvPr/>
        </p:nvSpPr>
        <p:spPr>
          <a:xfrm>
            <a:off x="4989928" y="6283776"/>
            <a:ext cx="2709872" cy="388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>
                <a:latin typeface="Verdana" panose="020B0604030504040204" pitchFamily="34" charset="0"/>
                <a:ea typeface="Verdana" panose="020B0604030504040204" pitchFamily="34" charset="0"/>
              </a:rPr>
              <a:t>Diciembre - 2025</a:t>
            </a:r>
          </a:p>
        </p:txBody>
      </p:sp>
    </p:spTree>
    <p:extLst>
      <p:ext uri="{BB962C8B-B14F-4D97-AF65-F5344CB8AC3E}">
        <p14:creationId xmlns:p14="http://schemas.microsoft.com/office/powerpoint/2010/main" val="102724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733A5-0858-1567-C4EC-46CB7113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1B9E2-FFE0-47D7-4F17-C8FFA9A5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Motivación </a:t>
            </a:r>
            <a:r>
              <a:rPr lang="es-ES" sz="3600" dirty="0">
                <a:latin typeface="Verdana" panose="020B0604030504040204" pitchFamily="34" charset="0"/>
                <a:ea typeface="Verdana" panose="020B0604030504040204" pitchFamily="34" charset="0"/>
              </a:rPr>
              <a:t>personal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82BA69-7661-033D-AC25-C2659CE94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933" y="2530612"/>
            <a:ext cx="7076133" cy="215003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"De lo que no se puede hablar, hay que callar."  </a:t>
            </a:r>
          </a:p>
          <a:p>
            <a:pPr marL="0" indent="0" algn="ctr">
              <a:buNone/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— Ludwig Wittgenstein (filosofía del lenguaje)</a:t>
            </a:r>
          </a:p>
          <a:p>
            <a:pPr marL="0" indent="0" algn="ctr">
              <a:buNone/>
            </a:pPr>
            <a:endParaRPr lang="es-E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algn="ctr">
              <a:buNone/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Callar significa reconocer que no se puede ser más preciso, y aprovechar ese momento para dejar que el contexto nos enriquezca.</a:t>
            </a:r>
          </a:p>
        </p:txBody>
      </p:sp>
    </p:spTree>
    <p:extLst>
      <p:ext uri="{BB962C8B-B14F-4D97-AF65-F5344CB8AC3E}">
        <p14:creationId xmlns:p14="http://schemas.microsoft.com/office/powerpoint/2010/main" val="247449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B6E31-581F-2353-202B-7368DEF3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Índice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CA9800E-14DB-F020-CF89-E214F8358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6678014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080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FFAF8-F1C8-A3B3-550A-FE1755B6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11414-4824-144A-FCAD-47A438FE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Problema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5185C2-04DF-8E62-4F89-C72041578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78" y="2446488"/>
            <a:ext cx="9193043" cy="109341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Transmitir 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ideas claras es difícil</a:t>
            </a: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, afectando</a:t>
            </a:r>
          </a:p>
          <a:p>
            <a:pPr marL="0" indent="0" algn="ctr">
              <a:buNone/>
            </a:pP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trabajo, relaciones y salud.</a:t>
            </a:r>
            <a:b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algn="ctr">
              <a:buNone/>
            </a:pPr>
            <a:endParaRPr lang="es-E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800" dirty="0"/>
              <a:t>🌍	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Mundo: Estrés y ansiedad laboral (60% – 50%)</a:t>
            </a:r>
          </a:p>
          <a:p>
            <a:r>
              <a:rPr lang="en-US" sz="1800" dirty="0"/>
              <a:t>🗣️	</a:t>
            </a:r>
            <a:r>
              <a:rPr lang="es-E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LatAm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: Trastornos vocales (40%)</a:t>
            </a:r>
          </a:p>
          <a:p>
            <a:r>
              <a:rPr lang="en-US" sz="1800" dirty="0"/>
              <a:t>🎓	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Nacional UNACH: Rendimiento e inteligencia emocional (51%)</a:t>
            </a:r>
          </a:p>
          <a:p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📍	Arequipa HRJPM: Satisfacción laboral ↔ comunicación (64%)</a:t>
            </a:r>
          </a:p>
        </p:txBody>
      </p:sp>
    </p:spTree>
    <p:extLst>
      <p:ext uri="{BB962C8B-B14F-4D97-AF65-F5344CB8AC3E}">
        <p14:creationId xmlns:p14="http://schemas.microsoft.com/office/powerpoint/2010/main" val="396835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9C728-BD2E-8730-F5D7-9D39F054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E0643-241A-1066-EC44-8E8EA9A8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Objetivo general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012C7D-9ADB-5E06-340F-34B6A18B4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980" y="2709865"/>
            <a:ext cx="5758004" cy="1438270"/>
          </a:xfrm>
          <a:ln w="38100"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Clasificaciones</a:t>
            </a:r>
            <a:r>
              <a:rPr lang="es-ES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interpretables</a:t>
            </a:r>
            <a:r>
              <a:rPr lang="es-ES" sz="2800" dirty="0">
                <a:latin typeface="Verdana" panose="020B0604030504040204" pitchFamily="34" charset="0"/>
                <a:ea typeface="Verdana" panose="020B0604030504040204" pitchFamily="34" charset="0"/>
              </a:rPr>
              <a:t> de emociones en escenas de </a:t>
            </a:r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películas</a:t>
            </a:r>
            <a:r>
              <a:rPr lang="es-ES" sz="2800" dirty="0">
                <a:latin typeface="Verdana" panose="020B0604030504040204" pitchFamily="34" charset="0"/>
                <a:ea typeface="Verdana" panose="020B0604030504040204" pitchFamily="34" charset="0"/>
              </a:rPr>
              <a:t> por la voz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192EF6A-D71B-8727-4092-E35AE200FCDB}"/>
              </a:ext>
            </a:extLst>
          </p:cNvPr>
          <p:cNvSpPr txBox="1"/>
          <p:nvPr/>
        </p:nvSpPr>
        <p:spPr>
          <a:xfrm>
            <a:off x="2112982" y="4614427"/>
            <a:ext cx="1949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Características </a:t>
            </a:r>
          </a:p>
          <a:p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(Tono, ritmo, volumen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…) </a:t>
            </a:r>
            <a:endParaRPr lang="es-419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979DEA-48F5-CCF4-01D0-669E615CC1AB}"/>
              </a:ext>
            </a:extLst>
          </p:cNvPr>
          <p:cNvSpPr txBox="1"/>
          <p:nvPr/>
        </p:nvSpPr>
        <p:spPr>
          <a:xfrm>
            <a:off x="9491389" y="4500737"/>
            <a:ext cx="1847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Emociones</a:t>
            </a:r>
          </a:p>
          <a:p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(Feliz, triste, enojado, disgustado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Gráfico 4" descr="Tos con relleno sólido">
            <a:extLst>
              <a:ext uri="{FF2B5EF4-FFF2-40B4-BE49-F238E27FC236}">
                <a16:creationId xmlns:a16="http://schemas.microsoft.com/office/drawing/2014/main" id="{8B69F650-23E0-F77B-68C1-50D9B5668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208" y="4572001"/>
            <a:ext cx="827774" cy="1008181"/>
          </a:xfrm>
          <a:prstGeom prst="rect">
            <a:avLst/>
          </a:prstGeom>
        </p:spPr>
      </p:pic>
      <p:pic>
        <p:nvPicPr>
          <p:cNvPr id="8" name="Gráfico 7" descr="Drama con relleno sólido">
            <a:extLst>
              <a:ext uri="{FF2B5EF4-FFF2-40B4-BE49-F238E27FC236}">
                <a16:creationId xmlns:a16="http://schemas.microsoft.com/office/drawing/2014/main" id="{462E282B-DEB0-D74E-4CDC-C600E415DF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7092" y="4636666"/>
            <a:ext cx="685703" cy="914400"/>
          </a:xfrm>
          <a:prstGeom prst="rect">
            <a:avLst/>
          </a:prstGeom>
        </p:spPr>
      </p:pic>
      <p:pic>
        <p:nvPicPr>
          <p:cNvPr id="13" name="Gráfico 12" descr="Drama contorno">
            <a:extLst>
              <a:ext uri="{FF2B5EF4-FFF2-40B4-BE49-F238E27FC236}">
                <a16:creationId xmlns:a16="http://schemas.microsoft.com/office/drawing/2014/main" id="{EAA2ADBF-F5E8-1A6B-7555-CB64D18D2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7092" y="4786666"/>
            <a:ext cx="685703" cy="914400"/>
          </a:xfrm>
          <a:prstGeom prst="rect">
            <a:avLst/>
          </a:prstGeom>
        </p:spPr>
      </p:pic>
      <p:pic>
        <p:nvPicPr>
          <p:cNvPr id="21" name="Gráfico 20" descr="Transferencia contorno">
            <a:extLst>
              <a:ext uri="{FF2B5EF4-FFF2-40B4-BE49-F238E27FC236}">
                <a16:creationId xmlns:a16="http://schemas.microsoft.com/office/drawing/2014/main" id="{E1F8A04B-ACC2-D70A-3ACF-B0B8AF1EBB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72438" y="4572001"/>
            <a:ext cx="914400" cy="914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3D11104-0B18-CF3F-E0E4-0ADEC401F0B9}"/>
              </a:ext>
            </a:extLst>
          </p:cNvPr>
          <p:cNvSpPr txBox="1"/>
          <p:nvPr/>
        </p:nvSpPr>
        <p:spPr>
          <a:xfrm>
            <a:off x="5139791" y="5392268"/>
            <a:ext cx="2218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Representaciones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01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2434-7108-B218-4D7B-071754E4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ED1C330-950A-6C75-5219-DAE948123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216003"/>
              </p:ext>
            </p:extLst>
          </p:nvPr>
        </p:nvGraphicFramePr>
        <p:xfrm>
          <a:off x="1465676" y="1520056"/>
          <a:ext cx="9330978" cy="457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5103">
                  <a:extLst>
                    <a:ext uri="{9D8B030D-6E8A-4147-A177-3AD203B41FA5}">
                      <a16:colId xmlns:a16="http://schemas.microsoft.com/office/drawing/2014/main" val="2860370193"/>
                    </a:ext>
                  </a:extLst>
                </a:gridCol>
                <a:gridCol w="4915875">
                  <a:extLst>
                    <a:ext uri="{9D8B030D-6E8A-4147-A177-3AD203B41FA5}">
                      <a16:colId xmlns:a16="http://schemas.microsoft.com/office/drawing/2014/main" val="1946812895"/>
                    </a:ext>
                  </a:extLst>
                </a:gridCol>
              </a:tblGrid>
              <a:tr h="457293">
                <a:tc>
                  <a:txBody>
                    <a:bodyPr/>
                    <a:lstStyle/>
                    <a:p>
                      <a:r>
                        <a:rPr lang="es-419" sz="2400" dirty="0"/>
                        <a:t>Objetivo específico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2400" dirty="0"/>
                        <a:t>Pregunta de investigación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714655"/>
                  </a:ext>
                </a:extLst>
              </a:tr>
              <a:tr h="823127">
                <a:tc>
                  <a:txBody>
                    <a:bodyPr/>
                    <a:lstStyle/>
                    <a:p>
                      <a:r>
                        <a:rPr lang="en-US" sz="2400" dirty="0" err="1"/>
                        <a:t>Recolectar</a:t>
                      </a:r>
                      <a:r>
                        <a:rPr lang="en-US" sz="2400" dirty="0"/>
                        <a:t> y </a:t>
                      </a:r>
                      <a:r>
                        <a:rPr lang="en-US" sz="2400" dirty="0" err="1"/>
                        <a:t>preparar</a:t>
                      </a:r>
                      <a:r>
                        <a:rPr lang="en-US" sz="2400" dirty="0"/>
                        <a:t> audios de </a:t>
                      </a:r>
                      <a:r>
                        <a:rPr lang="en-US" sz="2400" dirty="0" err="1"/>
                        <a:t>peliculas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¿</a:t>
                      </a:r>
                      <a:r>
                        <a:rPr lang="en-US" sz="2400" dirty="0" err="1"/>
                        <a:t>Representan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emociones</a:t>
                      </a:r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602605"/>
                  </a:ext>
                </a:extLst>
              </a:tr>
              <a:tr h="823127">
                <a:tc>
                  <a:txBody>
                    <a:bodyPr/>
                    <a:lstStyle/>
                    <a:p>
                      <a:r>
                        <a:rPr lang="en-US" sz="2400" dirty="0" err="1"/>
                        <a:t>Extraer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características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vocales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¿</a:t>
                      </a:r>
                      <a:r>
                        <a:rPr lang="en-US" sz="2400" dirty="0" err="1"/>
                        <a:t>Cuáles</a:t>
                      </a:r>
                      <a:r>
                        <a:rPr lang="en-US" sz="2400" dirty="0"/>
                        <a:t> son </a:t>
                      </a:r>
                      <a:r>
                        <a:rPr lang="en-US" sz="2400" dirty="0" err="1"/>
                        <a:t>relevantes</a:t>
                      </a:r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001662"/>
                  </a:ext>
                </a:extLst>
              </a:tr>
              <a:tr h="823127">
                <a:tc>
                  <a:txBody>
                    <a:bodyPr/>
                    <a:lstStyle/>
                    <a:p>
                      <a:r>
                        <a:rPr lang="en-US" sz="2400" dirty="0" err="1"/>
                        <a:t>Diseñar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arquitectura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¿Son </a:t>
                      </a:r>
                      <a:r>
                        <a:rPr lang="en-US" sz="2400" dirty="0" err="1"/>
                        <a:t>precisas</a:t>
                      </a:r>
                      <a:r>
                        <a:rPr lang="en-US" sz="2400" dirty="0"/>
                        <a:t> las </a:t>
                      </a:r>
                      <a:r>
                        <a:rPr lang="en-US" sz="2400" dirty="0" err="1"/>
                        <a:t>clasificaciones</a:t>
                      </a:r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993892"/>
                  </a:ext>
                </a:extLst>
              </a:tr>
              <a:tr h="823127">
                <a:tc>
                  <a:txBody>
                    <a:bodyPr/>
                    <a:lstStyle/>
                    <a:p>
                      <a:r>
                        <a:rPr lang="en-US" sz="2400" dirty="0" err="1"/>
                        <a:t>Evaluar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modelos</a:t>
                      </a:r>
                      <a:r>
                        <a:rPr lang="en-US" sz="2400" dirty="0"/>
                        <a:t> </a:t>
                      </a:r>
                      <a:r>
                        <a:rPr lang="es-ES" sz="2400" dirty="0"/>
                        <a:t>explicativos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¿Hay </a:t>
                      </a:r>
                      <a:r>
                        <a:rPr lang="en-US" sz="2400" dirty="0" err="1"/>
                        <a:t>relación</a:t>
                      </a:r>
                      <a:r>
                        <a:rPr lang="en-US" sz="2400" dirty="0"/>
                        <a:t> entre las </a:t>
                      </a:r>
                      <a:r>
                        <a:rPr lang="en-US" sz="2400" dirty="0" err="1"/>
                        <a:t>representaciones</a:t>
                      </a:r>
                      <a:r>
                        <a:rPr lang="en-US" sz="24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416104"/>
                  </a:ext>
                </a:extLst>
              </a:tr>
              <a:tr h="823127">
                <a:tc>
                  <a:txBody>
                    <a:bodyPr/>
                    <a:lstStyle/>
                    <a:p>
                      <a:r>
                        <a:rPr lang="en-US" sz="2400" dirty="0"/>
                        <a:t>Validar </a:t>
                      </a:r>
                      <a:r>
                        <a:rPr lang="en-US" sz="2400" dirty="0" err="1"/>
                        <a:t>desempeño</a:t>
                      </a:r>
                      <a:r>
                        <a:rPr lang="en-US" sz="2400" dirty="0"/>
                        <a:t> y </a:t>
                      </a:r>
                      <a:r>
                        <a:rPr lang="en-US" sz="2400" dirty="0" err="1"/>
                        <a:t>mejoras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¿Son </a:t>
                      </a:r>
                      <a:r>
                        <a:rPr lang="en-US" sz="2400" dirty="0" err="1"/>
                        <a:t>representativos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los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modelos</a:t>
                      </a:r>
                      <a:r>
                        <a:rPr lang="en-US" sz="240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609292"/>
                  </a:ext>
                </a:extLst>
              </a:tr>
            </a:tbl>
          </a:graphicData>
        </a:graphic>
      </p:graphicFrame>
      <p:pic>
        <p:nvPicPr>
          <p:cNvPr id="5" name="Gráfico 4" descr="Tos con relleno sólido">
            <a:extLst>
              <a:ext uri="{FF2B5EF4-FFF2-40B4-BE49-F238E27FC236}">
                <a16:creationId xmlns:a16="http://schemas.microsoft.com/office/drawing/2014/main" id="{5A9BDA6F-BE9A-6FC8-526B-1080F8473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98" y="2955429"/>
            <a:ext cx="561801" cy="561801"/>
          </a:xfrm>
          <a:prstGeom prst="rect">
            <a:avLst/>
          </a:prstGeom>
        </p:spPr>
      </p:pic>
      <p:pic>
        <p:nvPicPr>
          <p:cNvPr id="9" name="Gráfico 8" descr="Tabla de decisiones con relleno sólido">
            <a:extLst>
              <a:ext uri="{FF2B5EF4-FFF2-40B4-BE49-F238E27FC236}">
                <a16:creationId xmlns:a16="http://schemas.microsoft.com/office/drawing/2014/main" id="{7394D856-A14E-B21D-D2C2-26F24A962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825" y="4563831"/>
            <a:ext cx="561802" cy="561802"/>
          </a:xfrm>
          <a:prstGeom prst="rect">
            <a:avLst/>
          </a:prstGeom>
        </p:spPr>
      </p:pic>
      <p:pic>
        <p:nvPicPr>
          <p:cNvPr id="25" name="Gráfico 24" descr="Fragmento de película con relleno sólido">
            <a:extLst>
              <a:ext uri="{FF2B5EF4-FFF2-40B4-BE49-F238E27FC236}">
                <a16:creationId xmlns:a16="http://schemas.microsoft.com/office/drawing/2014/main" id="{EEC4C836-D0C5-F191-C059-C3C1EA79FC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723" y="2102070"/>
            <a:ext cx="626953" cy="626953"/>
          </a:xfrm>
          <a:prstGeom prst="rect">
            <a:avLst/>
          </a:prstGeom>
        </p:spPr>
      </p:pic>
      <p:pic>
        <p:nvPicPr>
          <p:cNvPr id="29" name="Gráfico 28" descr="Configuración con relleno sólido">
            <a:extLst>
              <a:ext uri="{FF2B5EF4-FFF2-40B4-BE49-F238E27FC236}">
                <a16:creationId xmlns:a16="http://schemas.microsoft.com/office/drawing/2014/main" id="{EF61AECE-B4D6-8C12-4C81-2AF5AA484A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723" y="3743636"/>
            <a:ext cx="593789" cy="593789"/>
          </a:xfrm>
          <a:prstGeom prst="rect">
            <a:avLst/>
          </a:prstGeom>
        </p:spPr>
      </p:pic>
      <p:pic>
        <p:nvPicPr>
          <p:cNvPr id="57" name="Gráfico 56" descr="Pesos desiguales con relleno sólido">
            <a:extLst>
              <a:ext uri="{FF2B5EF4-FFF2-40B4-BE49-F238E27FC236}">
                <a16:creationId xmlns:a16="http://schemas.microsoft.com/office/drawing/2014/main" id="{1EEE918B-18D1-CE8F-7999-DC769AFB93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" y="5261503"/>
            <a:ext cx="590427" cy="590427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1B438631-4C6D-852F-9134-EFE1BD70BC8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Objetivos específicos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572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34FB6-60D6-CEE9-1D2E-AC9414A9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Metodología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50426-51C5-E466-DD84-489A71747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447" y="2399169"/>
            <a:ext cx="5468293" cy="3576119"/>
          </a:xfrm>
        </p:spPr>
        <p:txBody>
          <a:bodyPr>
            <a:noAutofit/>
          </a:bodyPr>
          <a:lstStyle/>
          <a:p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La </a:t>
            </a:r>
            <a:r>
              <a:rPr lang="es-ES" sz="1800" b="1" dirty="0">
                <a:latin typeface="Verdana" panose="020B0604030504040204" pitchFamily="34" charset="0"/>
                <a:ea typeface="Verdana" panose="020B0604030504040204" pitchFamily="34" charset="0"/>
              </a:rPr>
              <a:t>AI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 da soluciones que en el momento necesitan de </a:t>
            </a:r>
            <a:r>
              <a:rPr lang="es-ES" sz="1800" b="1" dirty="0">
                <a:latin typeface="Verdana" panose="020B0604030504040204" pitchFamily="34" charset="0"/>
                <a:ea typeface="Verdana" panose="020B0604030504040204" pitchFamily="34" charset="0"/>
              </a:rPr>
              <a:t>inteligencia humana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b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ML 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es efectiva en </a:t>
            </a:r>
            <a:r>
              <a:rPr lang="es-ES" sz="1800" b="1" dirty="0">
                <a:latin typeface="Verdana" panose="020B0604030504040204" pitchFamily="34" charset="0"/>
                <a:ea typeface="Verdana" panose="020B0604030504040204" pitchFamily="34" charset="0"/>
              </a:rPr>
              <a:t>datos voluminosos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b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La categoría seleccionada permite </a:t>
            </a:r>
            <a:r>
              <a:rPr lang="es-ES" sz="1800" b="1" dirty="0">
                <a:latin typeface="Verdana" panose="020B0604030504040204" pitchFamily="34" charset="0"/>
                <a:ea typeface="Verdana" panose="020B0604030504040204" pitchFamily="34" charset="0"/>
              </a:rPr>
              <a:t>prescindir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 de elementos.</a:t>
            </a:r>
            <a:b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s-E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La </a:t>
            </a:r>
            <a:r>
              <a:rPr lang="es-ES" sz="1800" b="1" dirty="0">
                <a:latin typeface="Verdana" panose="020B0604030504040204" pitchFamily="34" charset="0"/>
                <a:ea typeface="Verdana" panose="020B0604030504040204" pitchFamily="34" charset="0"/>
              </a:rPr>
              <a:t>emoción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 evalúa la realidad, está en</a:t>
            </a:r>
            <a:r>
              <a:rPr lang="es-E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todo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 comportamiento y proceso</a:t>
            </a:r>
            <a:r>
              <a:rPr lang="es-E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cognitivo.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CAD64C-7CDF-4AFB-DF6A-BC845FFE2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5" y="2765885"/>
            <a:ext cx="5196685" cy="179672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680B4B3-6B17-212A-8726-68F4E41DDA22}"/>
              </a:ext>
            </a:extLst>
          </p:cNvPr>
          <p:cNvSpPr txBox="1"/>
          <p:nvPr/>
        </p:nvSpPr>
        <p:spPr>
          <a:xfrm>
            <a:off x="2415140" y="4589769"/>
            <a:ext cx="679011" cy="306467"/>
          </a:xfrm>
          <a:prstGeom prst="round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419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Lasso</a:t>
            </a:r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B9A4811-B0C5-8B77-DB24-32EBC207A279}"/>
              </a:ext>
            </a:extLst>
          </p:cNvPr>
          <p:cNvCxnSpPr>
            <a:cxnSpLocks/>
          </p:cNvCxnSpPr>
          <p:nvPr/>
        </p:nvCxnSpPr>
        <p:spPr>
          <a:xfrm flipH="1">
            <a:off x="2795388" y="4017475"/>
            <a:ext cx="389299" cy="479953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Gráfico 11" descr="Piezas de rompecabezas con relleno sólido">
            <a:extLst>
              <a:ext uri="{FF2B5EF4-FFF2-40B4-BE49-F238E27FC236}">
                <a16:creationId xmlns:a16="http://schemas.microsoft.com/office/drawing/2014/main" id="{3471A707-E844-4C95-2912-F4F06FFA6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668573" y="4442093"/>
            <a:ext cx="876170" cy="999166"/>
          </a:xfrm>
          <a:prstGeom prst="rect">
            <a:avLst/>
          </a:prstGeom>
        </p:spPr>
      </p:pic>
      <p:pic>
        <p:nvPicPr>
          <p:cNvPr id="14" name="Gráfico 13" descr="Piezas de rompecabezas contorno">
            <a:extLst>
              <a:ext uri="{FF2B5EF4-FFF2-40B4-BE49-F238E27FC236}">
                <a16:creationId xmlns:a16="http://schemas.microsoft.com/office/drawing/2014/main" id="{92D517A3-66DA-8979-19BA-1D989B8E91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36076" y="4482019"/>
            <a:ext cx="959240" cy="959240"/>
          </a:xfrm>
          <a:prstGeom prst="rect">
            <a:avLst/>
          </a:prstGeom>
        </p:spPr>
      </p:pic>
      <p:pic>
        <p:nvPicPr>
          <p:cNvPr id="16" name="Gráfico 15" descr="Tenue (sol medio) con relleno sólido">
            <a:extLst>
              <a:ext uri="{FF2B5EF4-FFF2-40B4-BE49-F238E27FC236}">
                <a16:creationId xmlns:a16="http://schemas.microsoft.com/office/drawing/2014/main" id="{A74EA054-0D21-3178-7CEA-68C65AC5FA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31498" y="4442093"/>
            <a:ext cx="999166" cy="999166"/>
          </a:xfrm>
          <a:prstGeom prst="rect">
            <a:avLst/>
          </a:prstGeom>
        </p:spPr>
      </p:pic>
      <p:pic>
        <p:nvPicPr>
          <p:cNvPr id="18" name="Gráfico 17" descr="Tenue (sol medio) contorno">
            <a:extLst>
              <a:ext uri="{FF2B5EF4-FFF2-40B4-BE49-F238E27FC236}">
                <a16:creationId xmlns:a16="http://schemas.microsoft.com/office/drawing/2014/main" id="{B71369A7-FC0D-CC43-6B9F-54D6B45631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8950" y="4597157"/>
            <a:ext cx="689038" cy="6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8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2DFE-9A01-BAAF-40FF-CB96BDFA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34FBD-3658-D5F0-A34B-84488409F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Metodología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EC9EFD-9B45-95B3-5E1F-E813B86F3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4757" y="2506662"/>
            <a:ext cx="5232899" cy="4351338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LASSO 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predice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seleccionando las variables importantes, reduciendo ruido, simplificando el modelo y 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evitando sobreajuste 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con detalles irrelevantes.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CC2C9C-B07D-9319-F8D8-C57459992A6D}"/>
              </a:ext>
            </a:extLst>
          </p:cNvPr>
          <p:cNvSpPr txBox="1"/>
          <p:nvPr/>
        </p:nvSpPr>
        <p:spPr>
          <a:xfrm>
            <a:off x="3320487" y="3358498"/>
            <a:ext cx="679011" cy="306467"/>
          </a:xfrm>
          <a:prstGeom prst="round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419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Lasso</a:t>
            </a:r>
            <a:endParaRPr lang="en-US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02A6D6C-189E-89C3-9B39-465D0BA1EC7E}"/>
              </a:ext>
            </a:extLst>
          </p:cNvPr>
          <p:cNvCxnSpPr>
            <a:cxnSpLocks/>
          </p:cNvCxnSpPr>
          <p:nvPr/>
        </p:nvCxnSpPr>
        <p:spPr>
          <a:xfrm flipH="1">
            <a:off x="3700735" y="2786204"/>
            <a:ext cx="389299" cy="479953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59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E7E87-3967-2148-4E00-00C912405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119" y="1825624"/>
            <a:ext cx="4132152" cy="38961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419" sz="2800" u="sng" dirty="0">
                <a:latin typeface="Verdana" panose="020B0604030504040204" pitchFamily="34" charset="0"/>
                <a:ea typeface="Verdana" panose="020B0604030504040204" pitchFamily="34" charset="0"/>
              </a:rPr>
              <a:t>Alcances</a:t>
            </a:r>
          </a:p>
          <a:p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Exploratorio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Datos </a:t>
            </a:r>
            <a:r>
              <a:rPr lang="en-US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validados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Generalización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Entrada monomodal</a:t>
            </a:r>
          </a:p>
          <a:p>
            <a:pPr marL="0" indent="0">
              <a:buNone/>
            </a:pPr>
            <a:r>
              <a:rPr lang="en-US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Categoría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39145AA-F8C9-0814-AA66-4870B1B3AF0F}"/>
              </a:ext>
            </a:extLst>
          </p:cNvPr>
          <p:cNvSpPr txBox="1">
            <a:spLocks/>
          </p:cNvSpPr>
          <p:nvPr/>
        </p:nvSpPr>
        <p:spPr>
          <a:xfrm>
            <a:off x="6535095" y="1825625"/>
            <a:ext cx="4247582" cy="3896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419" sz="2600" u="sng" dirty="0">
                <a:latin typeface="Verdana" panose="020B0604030504040204" pitchFamily="34" charset="0"/>
                <a:ea typeface="Verdana" panose="020B0604030504040204" pitchFamily="34" charset="0"/>
              </a:rPr>
              <a:t>Limitaciones</a:t>
            </a:r>
          </a:p>
          <a:p>
            <a:r>
              <a:rPr lang="es-419" sz="2600" dirty="0">
                <a:latin typeface="Verdana" panose="020B0604030504040204" pitchFamily="34" charset="0"/>
                <a:ea typeface="Verdana" panose="020B0604030504040204" pitchFamily="34" charset="0"/>
              </a:rPr>
              <a:t>Auge</a:t>
            </a:r>
          </a:p>
          <a:p>
            <a:pPr marL="0" indent="0">
              <a:buNone/>
            </a:pPr>
            <a:r>
              <a:rPr lang="es-419" sz="2600" dirty="0">
                <a:latin typeface="Verdana" panose="020B0604030504040204" pitchFamily="34" charset="0"/>
                <a:ea typeface="Verdana" panose="020B0604030504040204" pitchFamily="34" charset="0"/>
              </a:rPr>
              <a:t>Costo computacional</a:t>
            </a:r>
          </a:p>
          <a:p>
            <a:pPr marL="0" indent="0">
              <a:buNone/>
            </a:pPr>
            <a:r>
              <a:rPr lang="es-419" sz="2600" dirty="0">
                <a:latin typeface="Verdana" panose="020B0604030504040204" pitchFamily="34" charset="0"/>
                <a:ea typeface="Verdana" panose="020B0604030504040204" pitchFamily="34" charset="0"/>
              </a:rPr>
              <a:t>Referentes</a:t>
            </a:r>
          </a:p>
          <a:p>
            <a:r>
              <a:rPr lang="es-419" sz="2600" dirty="0">
                <a:latin typeface="Verdana" panose="020B0604030504040204" pitchFamily="34" charset="0"/>
                <a:ea typeface="Verdana" panose="020B0604030504040204" pitchFamily="34" charset="0"/>
              </a:rPr>
              <a:t>Muestra</a:t>
            </a:r>
            <a:endParaRPr lang="en-US" sz="2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Verdana" panose="020B0604030504040204" pitchFamily="34" charset="0"/>
                <a:ea typeface="Verdana" panose="020B0604030504040204" pitchFamily="34" charset="0"/>
              </a:rPr>
              <a:t>Ética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 (Tiempo real, </a:t>
            </a:r>
            <a:r>
              <a:rPr lang="en-US" sz="2600" dirty="0" err="1">
                <a:latin typeface="Verdana" panose="020B0604030504040204" pitchFamily="34" charset="0"/>
                <a:ea typeface="Verdana" panose="020B0604030504040204" pitchFamily="34" charset="0"/>
              </a:rPr>
              <a:t>naturalidad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600" dirty="0" err="1">
                <a:latin typeface="Verdana" panose="020B0604030504040204" pitchFamily="34" charset="0"/>
                <a:ea typeface="Verdana" panose="020B0604030504040204" pitchFamily="34" charset="0"/>
              </a:rPr>
              <a:t>ruido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A1AE989-40CF-E140-1802-51D5412EA9C5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Metodología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784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05FD-A555-B930-817B-2D9E9EFC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Metodología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BF2138B-CF84-0F4D-2F9B-294294DEC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547196"/>
              </p:ext>
            </p:extLst>
          </p:nvPr>
        </p:nvGraphicFramePr>
        <p:xfrm>
          <a:off x="2032000" y="250190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706396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957631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8820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Base de datos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CREMA-D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EMO-STIM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91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Contenido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Clips de entrenamiento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Clips de películas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08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Número</a:t>
                      </a:r>
                      <a:r>
                        <a:rPr lang="en-US" dirty="0"/>
                        <a:t>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7442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99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699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Número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válidos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7439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21</a:t>
                      </a:r>
                      <a:endParaRPr lang="en-US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59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Evaluadores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originales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2400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638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00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413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C61E-65CE-457E-73AD-DC487983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3299B47D-620A-A9D2-B784-89EAEE7D4D29}"/>
              </a:ext>
            </a:extLst>
          </p:cNvPr>
          <p:cNvSpPr/>
          <p:nvPr/>
        </p:nvSpPr>
        <p:spPr>
          <a:xfrm>
            <a:off x="1086594" y="3014712"/>
            <a:ext cx="2472769" cy="17836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4D01DD8-0A0A-B43D-7368-3ABC193B5012}"/>
              </a:ext>
            </a:extLst>
          </p:cNvPr>
          <p:cNvSpPr/>
          <p:nvPr/>
        </p:nvSpPr>
        <p:spPr>
          <a:xfrm>
            <a:off x="8533877" y="3547506"/>
            <a:ext cx="2571529" cy="16146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F6CCA82-9B75-3B15-7FB6-78ADF9FBC0AF}"/>
              </a:ext>
            </a:extLst>
          </p:cNvPr>
          <p:cNvSpPr/>
          <p:nvPr/>
        </p:nvSpPr>
        <p:spPr>
          <a:xfrm>
            <a:off x="4134307" y="2999302"/>
            <a:ext cx="3832835" cy="31298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F05A487E-FADE-9F17-FC98-59AC03795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47"/>
          <a:stretch>
            <a:fillRect/>
          </a:stretch>
        </p:blipFill>
        <p:spPr>
          <a:xfrm>
            <a:off x="5924982" y="3289982"/>
            <a:ext cx="1834169" cy="1182461"/>
          </a:xfrm>
          <a:prstGeom prst="rect">
            <a:avLst/>
          </a:prstGeom>
        </p:spPr>
      </p:pic>
      <p:pic>
        <p:nvPicPr>
          <p:cNvPr id="10" name="Imagen 9" descr="Una 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D0F3F825-CC2F-A3C3-C544-272962759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90"/>
          <a:stretch>
            <a:fillRect/>
          </a:stretch>
        </p:blipFill>
        <p:spPr>
          <a:xfrm>
            <a:off x="5680687" y="4518144"/>
            <a:ext cx="2210325" cy="1547524"/>
          </a:xfrm>
          <a:prstGeom prst="rect">
            <a:avLst/>
          </a:prstGeom>
        </p:spPr>
      </p:pic>
      <p:pic>
        <p:nvPicPr>
          <p:cNvPr id="14" name="Imagen 13" descr="Pantalla de computadora&#10;&#10;El contenido generado por IA puede ser incorrecto.">
            <a:extLst>
              <a:ext uri="{FF2B5EF4-FFF2-40B4-BE49-F238E27FC236}">
                <a16:creationId xmlns:a16="http://schemas.microsoft.com/office/drawing/2014/main" id="{CC002D9F-290F-774E-9069-FB7CBDCA5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09"/>
          <a:stretch>
            <a:fillRect/>
          </a:stretch>
        </p:blipFill>
        <p:spPr>
          <a:xfrm>
            <a:off x="4236625" y="4703361"/>
            <a:ext cx="1347179" cy="100612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17F3F84-C566-62EC-33BC-6933B5C39911}"/>
              </a:ext>
            </a:extLst>
          </p:cNvPr>
          <p:cNvSpPr txBox="1"/>
          <p:nvPr/>
        </p:nvSpPr>
        <p:spPr>
          <a:xfrm>
            <a:off x="4136315" y="2629077"/>
            <a:ext cx="1788667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Arquitecturas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6A8130C-382D-ADAF-F4D6-40E0A1DA8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906" y="3925096"/>
            <a:ext cx="2399199" cy="115492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3E279ED-C9B9-2F9D-BC60-39EF5442C2FA}"/>
              </a:ext>
            </a:extLst>
          </p:cNvPr>
          <p:cNvSpPr txBox="1"/>
          <p:nvPr/>
        </p:nvSpPr>
        <p:spPr>
          <a:xfrm>
            <a:off x="8533878" y="2901175"/>
            <a:ext cx="1970984" cy="64633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Modelos Interpretativos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754E697-F331-9D1A-88B9-3B3D65238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4184" y="3330635"/>
            <a:ext cx="2274956" cy="375296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2A5DB1D2-288D-8F40-0261-770A6A6E69F0}"/>
              </a:ext>
            </a:extLst>
          </p:cNvPr>
          <p:cNvSpPr txBox="1"/>
          <p:nvPr/>
        </p:nvSpPr>
        <p:spPr>
          <a:xfrm>
            <a:off x="1086594" y="2645312"/>
            <a:ext cx="2379949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Modelos Auxiliares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A4914DF7-015B-FA94-8338-87E7EAB0DF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972203" y="3196740"/>
            <a:ext cx="738919" cy="2238111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7117140-1CA1-0064-77B6-EC3D87BA2C3A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Metodología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149651A5-FCC0-32B5-9E92-2DE6029167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40" r="44478"/>
          <a:stretch>
            <a:fillRect/>
          </a:stretch>
        </p:blipFill>
        <p:spPr>
          <a:xfrm>
            <a:off x="4327520" y="3330635"/>
            <a:ext cx="1256284" cy="102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FE020-6124-FD9D-7DA4-D7DED441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Resultados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CC3F3E8D-7E3B-AB67-723A-319254751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046" y="2922614"/>
            <a:ext cx="5322291" cy="2135919"/>
          </a:xfrm>
          <a:prstGeom prst="rect">
            <a:avLst/>
          </a:prstGeom>
        </p:spPr>
      </p:pic>
      <p:pic>
        <p:nvPicPr>
          <p:cNvPr id="10" name="Imagen 9" descr="Tabla&#10;&#10;El contenido generado por IA puede ser incorrecto.">
            <a:extLst>
              <a:ext uri="{FF2B5EF4-FFF2-40B4-BE49-F238E27FC236}">
                <a16:creationId xmlns:a16="http://schemas.microsoft.com/office/drawing/2014/main" id="{714A5DCA-740E-8314-3618-29B2F9876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69" y="2876463"/>
            <a:ext cx="5445777" cy="222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8CD-0FA6-68A1-E6BD-519DB851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14DA8-AF35-0BBA-165B-6C5446D19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Resultados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C34EBF07-CDAD-126B-674E-E9F030B4A1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232046" y="2922614"/>
            <a:ext cx="5322291" cy="2135919"/>
          </a:xfrm>
          <a:prstGeom prst="rect">
            <a:avLst/>
          </a:prstGeom>
        </p:spPr>
      </p:pic>
      <p:pic>
        <p:nvPicPr>
          <p:cNvPr id="10" name="Imagen 9" descr="Tabla&#10;&#10;El contenido generado por IA puede ser incorrecto.">
            <a:extLst>
              <a:ext uri="{FF2B5EF4-FFF2-40B4-BE49-F238E27FC236}">
                <a16:creationId xmlns:a16="http://schemas.microsoft.com/office/drawing/2014/main" id="{5AF2C042-6571-DACC-B1ED-0598347499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86269" y="2876463"/>
            <a:ext cx="5445777" cy="222822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69174DD-C209-C09F-4DC9-2E70AF86E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757" y="2922614"/>
            <a:ext cx="4113740" cy="27286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F365B9B-8DE6-3C01-B0FD-18973BE6022A}"/>
              </a:ext>
            </a:extLst>
          </p:cNvPr>
          <p:cNvSpPr txBox="1"/>
          <p:nvPr/>
        </p:nvSpPr>
        <p:spPr>
          <a:xfrm>
            <a:off x="2550779" y="2564201"/>
            <a:ext cx="206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Subarbol</a:t>
            </a:r>
            <a:r>
              <a:rPr lang="es-419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DT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FF04D5-F930-E886-F5C0-0F69D58D48F5}"/>
              </a:ext>
            </a:extLst>
          </p:cNvPr>
          <p:cNvSpPr txBox="1"/>
          <p:nvPr/>
        </p:nvSpPr>
        <p:spPr>
          <a:xfrm>
            <a:off x="5789512" y="2507130"/>
            <a:ext cx="576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Características del </a:t>
            </a:r>
            <a:r>
              <a:rPr lang="es-419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</a:t>
            </a:r>
            <a:r>
              <a:rPr lang="es-419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38422</a:t>
            </a:r>
            <a:endParaRPr lang="en-US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7C4AFFE5-85CA-7CED-8B7A-8A108459C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281" y="3019621"/>
            <a:ext cx="4635363" cy="230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43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BBA00-6539-130F-1E6D-4EB12904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Referentes de patrones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D1E159-E9EE-C6BD-1A58-E0608777D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842" y="2503487"/>
            <a:ext cx="5336263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En 2040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escenas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de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peliculas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clasificación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emocional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del 45 %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Precisión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emocional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(Ekman) con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afectividad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activación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y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valencia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) 78.1 % </a:t>
            </a:r>
          </a:p>
          <a:p>
            <a:pPr marL="0" indent="0">
              <a:buNone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‘Affective understanding in film’ (Wang &amp;Cheong, 2006).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1B284F3-9B87-E7B1-DDD8-A1A788D91A4E}"/>
              </a:ext>
            </a:extLst>
          </p:cNvPr>
          <p:cNvSpPr txBox="1">
            <a:spLocks/>
          </p:cNvSpPr>
          <p:nvPr/>
        </p:nvSpPr>
        <p:spPr>
          <a:xfrm>
            <a:off x="6096000" y="2503487"/>
            <a:ext cx="53362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En 21 clips de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peliculas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maximo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desempeño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explicable del 39 %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Embedding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generado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naturalmente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con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aparente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clasificación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afectiva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( Ekman) 65.1 % </a:t>
            </a:r>
          </a:p>
          <a:p>
            <a:pPr marL="0" indent="0">
              <a:buNone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DE58E4-C868-5911-3335-47E9769BF53C}"/>
              </a:ext>
            </a:extLst>
          </p:cNvPr>
          <p:cNvSpPr txBox="1"/>
          <p:nvPr/>
        </p:nvSpPr>
        <p:spPr>
          <a:xfrm>
            <a:off x="6310436" y="4684736"/>
            <a:ext cx="4936976" cy="13368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Clasificación Ekman: Grupo de emociones básicas (felicidad, sorpresa, ira, tristeza, miedo y asco), base para entender emociones más complejas.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Gráfico 7" descr="Red en línea con relleno sólido">
            <a:extLst>
              <a:ext uri="{FF2B5EF4-FFF2-40B4-BE49-F238E27FC236}">
                <a16:creationId xmlns:a16="http://schemas.microsoft.com/office/drawing/2014/main" id="{4AD86B28-ECB4-193E-3437-F341D2CA8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99" y="985697"/>
            <a:ext cx="710526" cy="914400"/>
          </a:xfrm>
          <a:prstGeom prst="rect">
            <a:avLst/>
          </a:prstGeom>
        </p:spPr>
      </p:pic>
      <p:pic>
        <p:nvPicPr>
          <p:cNvPr id="9" name="Gráfico 8" descr="Red en línea contorno">
            <a:extLst>
              <a:ext uri="{FF2B5EF4-FFF2-40B4-BE49-F238E27FC236}">
                <a16:creationId xmlns:a16="http://schemas.microsoft.com/office/drawing/2014/main" id="{D1F36B9D-2BC2-D41C-8D98-73CF5086B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9262" y="836431"/>
            <a:ext cx="71052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3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22649-FA0F-B7E3-D751-B6667BEC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C37B317-4368-8D54-EC0E-689422E20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0263"/>
              </p:ext>
            </p:extLst>
          </p:nvPr>
        </p:nvGraphicFramePr>
        <p:xfrm>
          <a:off x="2034685" y="1455296"/>
          <a:ext cx="9073917" cy="4448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0412">
                  <a:extLst>
                    <a:ext uri="{9D8B030D-6E8A-4147-A177-3AD203B41FA5}">
                      <a16:colId xmlns:a16="http://schemas.microsoft.com/office/drawing/2014/main" val="2860370193"/>
                    </a:ext>
                  </a:extLst>
                </a:gridCol>
                <a:gridCol w="3063505">
                  <a:extLst>
                    <a:ext uri="{9D8B030D-6E8A-4147-A177-3AD203B41FA5}">
                      <a16:colId xmlns:a16="http://schemas.microsoft.com/office/drawing/2014/main" val="1946812895"/>
                    </a:ext>
                  </a:extLst>
                </a:gridCol>
              </a:tblGrid>
              <a:tr h="444813">
                <a:tc>
                  <a:txBody>
                    <a:bodyPr/>
                    <a:lstStyle/>
                    <a:p>
                      <a:r>
                        <a:rPr lang="es-419" sz="1800" dirty="0"/>
                        <a:t>Objetivo específico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800" dirty="0"/>
                        <a:t>Objetivo general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714655"/>
                  </a:ext>
                </a:extLst>
              </a:tr>
              <a:tr h="800664">
                <a:tc>
                  <a:txBody>
                    <a:bodyPr/>
                    <a:lstStyle/>
                    <a:p>
                      <a:r>
                        <a:rPr lang="en-US" sz="1800" dirty="0" err="1"/>
                        <a:t>Peliculas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fueron</a:t>
                      </a:r>
                      <a:r>
                        <a:rPr lang="es-ES" sz="1800" dirty="0"/>
                        <a:t> coherentes con la gramática cinematográfica</a:t>
                      </a:r>
                      <a:endParaRPr lang="en-US" sz="1800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/>
                        <a:t>Logro la precisión basándose en arquitecturas propuestas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/>
                        <a:t>(CNN y Transformers), reduciendo complejidad.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602605"/>
                  </a:ext>
                </a:extLst>
              </a:tr>
              <a:tr h="800664">
                <a:tc>
                  <a:txBody>
                    <a:bodyPr/>
                    <a:lstStyle/>
                    <a:p>
                      <a:r>
                        <a:rPr lang="en-US" sz="1800" dirty="0" err="1"/>
                        <a:t>Mejores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resultados</a:t>
                      </a:r>
                      <a:r>
                        <a:rPr lang="en-US" sz="1800" dirty="0"/>
                        <a:t> con </a:t>
                      </a:r>
                      <a:r>
                        <a:rPr lang="en-US" sz="1800" dirty="0" err="1"/>
                        <a:t>el</a:t>
                      </a:r>
                      <a:r>
                        <a:rPr lang="en-US" sz="1800" dirty="0"/>
                        <a:t> set de </a:t>
                      </a:r>
                      <a:r>
                        <a:rPr lang="en-US" sz="1800" dirty="0" err="1"/>
                        <a:t>caracteristicas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estandarizado</a:t>
                      </a:r>
                      <a:r>
                        <a:rPr lang="en-US" sz="1800" dirty="0"/>
                        <a:t> </a:t>
                      </a:r>
                      <a:r>
                        <a:rPr lang="es-ES" sz="1800" dirty="0"/>
                        <a:t>eGeMAPSv02</a:t>
                      </a:r>
                      <a:endParaRPr lang="en-US" sz="1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001662"/>
                  </a:ext>
                </a:extLst>
              </a:tr>
              <a:tr h="800664">
                <a:tc>
                  <a:txBody>
                    <a:bodyPr/>
                    <a:lstStyle/>
                    <a:p>
                      <a:r>
                        <a:rPr lang="en-US" sz="1800" dirty="0" err="1"/>
                        <a:t>Precisión</a:t>
                      </a:r>
                      <a:r>
                        <a:rPr lang="en-US" sz="1800" dirty="0"/>
                        <a:t> general del 99.7 %, con </a:t>
                      </a:r>
                      <a:r>
                        <a:rPr lang="en-US" sz="1800" dirty="0" err="1"/>
                        <a:t>ajuste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rapido</a:t>
                      </a:r>
                      <a:r>
                        <a:rPr lang="en-US" sz="1800" dirty="0"/>
                        <a:t>, de </a:t>
                      </a:r>
                      <a:r>
                        <a:rPr lang="es-ES" sz="1800" dirty="0"/>
                        <a:t>3.7 a 0.21</a:t>
                      </a:r>
                      <a:endParaRPr lang="en-US" sz="1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993892"/>
                  </a:ext>
                </a:extLst>
              </a:tr>
              <a:tr h="800664">
                <a:tc>
                  <a:txBody>
                    <a:bodyPr/>
                    <a:lstStyle/>
                    <a:p>
                      <a:r>
                        <a:rPr lang="es-ES" sz="1800" dirty="0" err="1"/>
                        <a:t>LassoCV</a:t>
                      </a:r>
                      <a:r>
                        <a:rPr lang="es-ES" sz="1800" dirty="0"/>
                        <a:t> superó el 98 %,</a:t>
                      </a:r>
                      <a:br>
                        <a:rPr lang="es-ES" sz="1800" dirty="0"/>
                      </a:br>
                      <a:r>
                        <a:rPr lang="es-ES" sz="1800" dirty="0"/>
                        <a:t>DT 98 % en entrenamiento y 87 % muestra</a:t>
                      </a:r>
                      <a:endParaRPr lang="en-US" sz="1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416104"/>
                  </a:ext>
                </a:extLst>
              </a:tr>
              <a:tr h="800664">
                <a:tc>
                  <a:txBody>
                    <a:bodyPr/>
                    <a:lstStyle/>
                    <a:p>
                      <a:r>
                        <a:rPr lang="en-US" sz="1800" dirty="0" err="1"/>
                        <a:t>Equilibrio</a:t>
                      </a:r>
                      <a:r>
                        <a:rPr lang="en-US" sz="1800" dirty="0"/>
                        <a:t> </a:t>
                      </a:r>
                      <a:r>
                        <a:rPr lang="es-ES" sz="1800" dirty="0"/>
                        <a:t>en la profundidad del árbol de 8 y umbral (&gt;= 0.95), </a:t>
                      </a:r>
                      <a:r>
                        <a:rPr lang="es-ES" sz="1800" dirty="0" err="1"/>
                        <a:t>LassoCV</a:t>
                      </a:r>
                      <a:r>
                        <a:rPr lang="es-ES" sz="1800" dirty="0"/>
                        <a:t> estable con (</a:t>
                      </a:r>
                      <a:r>
                        <a:rPr lang="es-ES" sz="1800" dirty="0" err="1"/>
                        <a:t>max.iter</a:t>
                      </a:r>
                      <a:r>
                        <a:rPr lang="es-ES" sz="1800" dirty="0"/>
                        <a:t>=100000).</a:t>
                      </a:r>
                      <a:endParaRPr lang="en-US" sz="1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609292"/>
                  </a:ext>
                </a:extLst>
              </a:tr>
            </a:tbl>
          </a:graphicData>
        </a:graphic>
      </p:graphicFrame>
      <p:pic>
        <p:nvPicPr>
          <p:cNvPr id="5" name="Gráfico 4" descr="Tos con relleno sólido">
            <a:extLst>
              <a:ext uri="{FF2B5EF4-FFF2-40B4-BE49-F238E27FC236}">
                <a16:creationId xmlns:a16="http://schemas.microsoft.com/office/drawing/2014/main" id="{9A795DAF-7FB3-95BE-72ED-BB3EB65A3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6596" y="2750960"/>
            <a:ext cx="561801" cy="561801"/>
          </a:xfrm>
          <a:prstGeom prst="rect">
            <a:avLst/>
          </a:prstGeom>
        </p:spPr>
      </p:pic>
      <p:pic>
        <p:nvPicPr>
          <p:cNvPr id="9" name="Gráfico 8" descr="Tabla de decisiones con relleno sólido">
            <a:extLst>
              <a:ext uri="{FF2B5EF4-FFF2-40B4-BE49-F238E27FC236}">
                <a16:creationId xmlns:a16="http://schemas.microsoft.com/office/drawing/2014/main" id="{F0F1B582-3C4B-5D6C-7649-0B1F6C40B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5323" y="4383587"/>
            <a:ext cx="561802" cy="561802"/>
          </a:xfrm>
          <a:prstGeom prst="rect">
            <a:avLst/>
          </a:prstGeom>
        </p:spPr>
      </p:pic>
      <p:pic>
        <p:nvPicPr>
          <p:cNvPr id="25" name="Gráfico 24" descr="Fragmento de película con relleno sólido">
            <a:extLst>
              <a:ext uri="{FF2B5EF4-FFF2-40B4-BE49-F238E27FC236}">
                <a16:creationId xmlns:a16="http://schemas.microsoft.com/office/drawing/2014/main" id="{B45873A5-4D6C-7ADC-6D92-4BAFF258E3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0308" y="1928790"/>
            <a:ext cx="626953" cy="626953"/>
          </a:xfrm>
          <a:prstGeom prst="rect">
            <a:avLst/>
          </a:prstGeom>
        </p:spPr>
      </p:pic>
      <p:pic>
        <p:nvPicPr>
          <p:cNvPr id="29" name="Gráfico 28" descr="Configuración con relleno sólido">
            <a:extLst>
              <a:ext uri="{FF2B5EF4-FFF2-40B4-BE49-F238E27FC236}">
                <a16:creationId xmlns:a16="http://schemas.microsoft.com/office/drawing/2014/main" id="{5C19591C-F0C9-F9EB-4E5D-DC172C6297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40896" y="3607332"/>
            <a:ext cx="593789" cy="593789"/>
          </a:xfrm>
          <a:prstGeom prst="rect">
            <a:avLst/>
          </a:prstGeom>
        </p:spPr>
      </p:pic>
      <p:pic>
        <p:nvPicPr>
          <p:cNvPr id="57" name="Gráfico 56" descr="Pesos desiguales con relleno sólido">
            <a:extLst>
              <a:ext uri="{FF2B5EF4-FFF2-40B4-BE49-F238E27FC236}">
                <a16:creationId xmlns:a16="http://schemas.microsoft.com/office/drawing/2014/main" id="{33764366-690D-1BB2-E736-6D59B58E05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6698" y="5313001"/>
            <a:ext cx="590427" cy="590427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7A385B8-0E9D-2F19-A721-0D76200FD96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Conclusiones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383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38F7-05B6-BB78-75EB-CA619726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74B05-EF3A-C670-6751-255C7ADB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s-419" dirty="0">
                <a:latin typeface="Verdana" panose="020B0604030504040204" pitchFamily="34" charset="0"/>
                <a:ea typeface="Verdana" panose="020B0604030504040204" pitchFamily="34" charset="0"/>
              </a:rPr>
              <a:t>Pruebas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725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49241DE9-E7BE-23D3-3EA8-AC16B88531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39" r="74126" b="51747"/>
          <a:stretch>
            <a:fillRect/>
          </a:stretch>
        </p:blipFill>
        <p:spPr>
          <a:xfrm>
            <a:off x="925459" y="3231410"/>
            <a:ext cx="2271801" cy="2851893"/>
          </a:xfrm>
          <a:prstGeom prst="rect">
            <a:avLst/>
          </a:prstGeom>
        </p:spPr>
      </p:pic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FE1B2D3B-D967-3AE6-8A85-433A2B96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83" t="70329" r="24550"/>
          <a:stretch>
            <a:fillRect/>
          </a:stretch>
        </p:blipFill>
        <p:spPr>
          <a:xfrm>
            <a:off x="3745333" y="4061068"/>
            <a:ext cx="3576725" cy="2021835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0054DCF9-E26C-E4DE-7585-27A542F0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252"/>
          <a:stretch>
            <a:fillRect/>
          </a:stretch>
        </p:blipFill>
        <p:spPr>
          <a:xfrm>
            <a:off x="7870131" y="3995864"/>
            <a:ext cx="3576725" cy="2152244"/>
          </a:xfrm>
          <a:prstGeom prst="rect">
            <a:avLst/>
          </a:prstGeom>
        </p:spPr>
      </p:pic>
      <p:pic>
        <p:nvPicPr>
          <p:cNvPr id="10" name="Imagen 9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F4E033DC-4735-2E41-2054-CAA3667FE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886" y="644688"/>
            <a:ext cx="5595638" cy="329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9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2F3CE864-E62E-F5C8-4AD7-11105C56A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004" y="3980068"/>
            <a:ext cx="3105583" cy="2210108"/>
          </a:xfrm>
          <a:prstGeom prst="rect">
            <a:avLst/>
          </a:prstGeom>
        </p:spPr>
      </p:pic>
      <p:pic>
        <p:nvPicPr>
          <p:cNvPr id="13" name="Imagen 12" descr="Texto&#10;&#10;El contenido generado por IA puede ser incorrecto.">
            <a:extLst>
              <a:ext uri="{FF2B5EF4-FFF2-40B4-BE49-F238E27FC236}">
                <a16:creationId xmlns:a16="http://schemas.microsoft.com/office/drawing/2014/main" id="{3E88D86D-1E14-FE6A-F820-A0770A462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930" y="4047741"/>
            <a:ext cx="4076139" cy="2074761"/>
          </a:xfrm>
          <a:prstGeom prst="rect">
            <a:avLst/>
          </a:prstGeom>
        </p:spPr>
      </p:pic>
      <p:pic>
        <p:nvPicPr>
          <p:cNvPr id="28" name="Imagen 27" descr="Diagrama&#10;&#10;El contenido generado por IA puede ser incorrecto.">
            <a:extLst>
              <a:ext uri="{FF2B5EF4-FFF2-40B4-BE49-F238E27FC236}">
                <a16:creationId xmlns:a16="http://schemas.microsoft.com/office/drawing/2014/main" id="{FEDE0C78-676D-0E83-6DCE-AF6F8D55C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13" y="3429000"/>
            <a:ext cx="2565521" cy="2723670"/>
          </a:xfrm>
          <a:prstGeom prst="rect">
            <a:avLst/>
          </a:prstGeom>
        </p:spPr>
      </p:pic>
      <p:pic>
        <p:nvPicPr>
          <p:cNvPr id="32" name="Imagen 31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2C55869-A7E9-801E-BE34-F283A0117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654" y="667824"/>
            <a:ext cx="5768199" cy="331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30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1791D-B135-E9D0-2FC5-F974E46A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20C93-00C9-E167-FBF6-B2D1D253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Notas Exploratorias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268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AE243-C5FA-491E-CF38-FC19926AA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C06AF-E275-89B2-72BE-9AEE2D35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67" y="732048"/>
            <a:ext cx="4794156" cy="1601007"/>
          </a:xfrm>
        </p:spPr>
        <p:txBody>
          <a:bodyPr anchor="t">
            <a:no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Definición de Lenguaje como Wittgenstein 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DE596-1D78-95D3-824C-2E19A42C9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205" y="4853998"/>
            <a:ext cx="4115567" cy="1021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419" sz="2000" dirty="0">
                <a:latin typeface="Verdana" panose="020B0604030504040204" pitchFamily="34" charset="0"/>
                <a:ea typeface="Verdana" panose="020B0604030504040204" pitchFamily="34" charset="0"/>
              </a:rPr>
              <a:t>Contexto de Juego</a:t>
            </a:r>
          </a:p>
          <a:p>
            <a:pPr marL="0" indent="0">
              <a:buNone/>
            </a:pPr>
            <a:r>
              <a:rPr lang="es-419" sz="2000" dirty="0">
                <a:latin typeface="Verdana" panose="020B0604030504040204" pitchFamily="34" charset="0"/>
                <a:ea typeface="Verdana" panose="020B0604030504040204" pitchFamily="34" charset="0"/>
              </a:rPr>
              <a:t>(profesional, casual, solitario)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475207-4E11-9EE2-253C-D493553251A4}"/>
              </a:ext>
            </a:extLst>
          </p:cNvPr>
          <p:cNvSpPr txBox="1">
            <a:spLocks/>
          </p:cNvSpPr>
          <p:nvPr/>
        </p:nvSpPr>
        <p:spPr>
          <a:xfrm>
            <a:off x="1395205" y="2437230"/>
            <a:ext cx="4665885" cy="9205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Serie Frieren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 descr="Scary Moments (Nightmare Fuel) in Frieren: Beyond Journey's End">
            <a:extLst>
              <a:ext uri="{FF2B5EF4-FFF2-40B4-BE49-F238E27FC236}">
                <a16:creationId xmlns:a16="http://schemas.microsoft.com/office/drawing/2014/main" id="{BD538CEB-E415-07CD-8968-CFDE7E11E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274" y="732048"/>
            <a:ext cx="5239459" cy="293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0BD6103-78A4-0958-86EE-CE9BFBDFA32A}"/>
              </a:ext>
            </a:extLst>
          </p:cNvPr>
          <p:cNvSpPr txBox="1">
            <a:spLocks/>
          </p:cNvSpPr>
          <p:nvPr/>
        </p:nvSpPr>
        <p:spPr>
          <a:xfrm>
            <a:off x="7771302" y="3149147"/>
            <a:ext cx="1065092" cy="4171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Madre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667F5F-9C3F-0119-A9B4-BDFA44FA3615}"/>
              </a:ext>
            </a:extLst>
          </p:cNvPr>
          <p:cNvSpPr txBox="1"/>
          <p:nvPr/>
        </p:nvSpPr>
        <p:spPr>
          <a:xfrm>
            <a:off x="6547145" y="3670511"/>
            <a:ext cx="4578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Frieren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: Beyond Journey’s End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— Madhouse</a:t>
            </a:r>
          </a:p>
        </p:txBody>
      </p:sp>
    </p:spTree>
    <p:extLst>
      <p:ext uri="{BB962C8B-B14F-4D97-AF65-F5344CB8AC3E}">
        <p14:creationId xmlns:p14="http://schemas.microsoft.com/office/powerpoint/2010/main" val="952023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BEB2D-2816-850A-5658-FDAECD69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60CB6-0904-775A-E38D-A7AF9B8C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201" y="1053506"/>
            <a:ext cx="3572809" cy="1153821"/>
          </a:xfrm>
        </p:spPr>
        <p:txBody>
          <a:bodyPr anchor="t">
            <a:normAutofit fontScale="90000"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¿Somos diferentes?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E5813-AD59-543D-2A99-D617B87DB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049" y="3429000"/>
            <a:ext cx="4663114" cy="24543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Choque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emocional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Emocion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percibida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vs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expresada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Predominancía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de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transitoriedad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(Felicidad y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Neutralidad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F4CD678-1BEB-7ADA-EFEF-18B8EE8D36B3}"/>
              </a:ext>
            </a:extLst>
          </p:cNvPr>
          <p:cNvSpPr txBox="1">
            <a:spLocks/>
          </p:cNvSpPr>
          <p:nvPr/>
        </p:nvSpPr>
        <p:spPr>
          <a:xfrm>
            <a:off x="1291049" y="2357908"/>
            <a:ext cx="4665885" cy="9205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Frieren y </a:t>
            </a:r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Violet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Evergardeen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 descr="Scary Moments (Nightmare Fuel) in Frieren: Beyond Journey's End">
            <a:extLst>
              <a:ext uri="{FF2B5EF4-FFF2-40B4-BE49-F238E27FC236}">
                <a16:creationId xmlns:a16="http://schemas.microsoft.com/office/drawing/2014/main" id="{BD301301-7EBE-79B0-EAB3-6135E8820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962" y="679436"/>
            <a:ext cx="4665886" cy="261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The Soldier Who Survived || Violet Evergarden AMV/ASMV (LoriCon 2019 1st  place)">
            <a:extLst>
              <a:ext uri="{FF2B5EF4-FFF2-40B4-BE49-F238E27FC236}">
                <a16:creationId xmlns:a16="http://schemas.microsoft.com/office/drawing/2014/main" id="{46063BF6-DDC8-F8D3-E863-641143B49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4" r="1" b="17524"/>
          <a:stretch>
            <a:fillRect/>
          </a:stretch>
        </p:blipFill>
        <p:spPr bwMode="auto">
          <a:xfrm>
            <a:off x="6654297" y="3561781"/>
            <a:ext cx="4497551" cy="2350869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EDB45BB-D5B6-AD5C-3129-12AED2583D0E}"/>
              </a:ext>
            </a:extLst>
          </p:cNvPr>
          <p:cNvSpPr txBox="1"/>
          <p:nvPr/>
        </p:nvSpPr>
        <p:spPr>
          <a:xfrm>
            <a:off x="6529656" y="5912650"/>
            <a:ext cx="4578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 Violet </a:t>
            </a:r>
            <a:r>
              <a:rPr lang="en-US" sz="1200" i="1" dirty="0" err="1">
                <a:latin typeface="Verdana" panose="020B0604030504040204" pitchFamily="34" charset="0"/>
                <a:ea typeface="Verdana" panose="020B0604030504040204" pitchFamily="34" charset="0"/>
              </a:rPr>
              <a:t>Evergarden</a:t>
            </a: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 — Kyoto Animation / Netflix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7999915-19BC-9766-B5BE-69DA16FD76FE}"/>
              </a:ext>
            </a:extLst>
          </p:cNvPr>
          <p:cNvSpPr txBox="1"/>
          <p:nvPr/>
        </p:nvSpPr>
        <p:spPr>
          <a:xfrm>
            <a:off x="6792548" y="3279498"/>
            <a:ext cx="4315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 </a:t>
            </a:r>
            <a:r>
              <a:rPr lang="en-US" sz="1200" i="1" dirty="0" err="1">
                <a:latin typeface="Verdana" panose="020B0604030504040204" pitchFamily="34" charset="0"/>
                <a:ea typeface="Verdana" panose="020B0604030504040204" pitchFamily="34" charset="0"/>
              </a:rPr>
              <a:t>Frieren</a:t>
            </a: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: Beyond Journey’s End — Madhouse</a:t>
            </a:r>
          </a:p>
        </p:txBody>
      </p:sp>
    </p:spTree>
    <p:extLst>
      <p:ext uri="{BB962C8B-B14F-4D97-AF65-F5344CB8AC3E}">
        <p14:creationId xmlns:p14="http://schemas.microsoft.com/office/powerpoint/2010/main" val="3762248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E1345-58D6-9F9B-5346-D904289F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A552A-803D-67B6-21E4-1177DB4E3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30" y="836223"/>
            <a:ext cx="4794156" cy="1191753"/>
          </a:xfrm>
        </p:spPr>
        <p:txBody>
          <a:bodyPr anchor="t">
            <a:no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¿Somos escuchados?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9037C8-3CCC-89EC-6BC8-04369CCAD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295" y="4120149"/>
            <a:ext cx="4394200" cy="181489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Rica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emocionalidad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Baja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variedad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emocional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pic>
        <p:nvPicPr>
          <p:cNvPr id="1026" name="Picture 2" descr="Watch This Before You See Don't Look Up | Netflix - YouTube">
            <a:extLst>
              <a:ext uri="{FF2B5EF4-FFF2-40B4-BE49-F238E27FC236}">
                <a16:creationId xmlns:a16="http://schemas.microsoft.com/office/drawing/2014/main" id="{46318294-3874-2EEF-5E37-B91771996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" r="1" b="6428"/>
          <a:stretch>
            <a:fillRect/>
          </a:stretch>
        </p:blipFill>
        <p:spPr bwMode="auto">
          <a:xfrm>
            <a:off x="6317821" y="886619"/>
            <a:ext cx="4665885" cy="2438858"/>
          </a:xfrm>
          <a:custGeom>
            <a:avLst/>
            <a:gdLst/>
            <a:ahLst/>
            <a:cxnLst/>
            <a:rect l="l" t="t" r="r" b="b"/>
            <a:pathLst>
              <a:path w="6377940" h="3333749">
                <a:moveTo>
                  <a:pt x="0" y="0"/>
                </a:moveTo>
                <a:lnTo>
                  <a:pt x="6377940" y="0"/>
                </a:lnTo>
                <a:lnTo>
                  <a:pt x="6377940" y="3333749"/>
                </a:lnTo>
                <a:lnTo>
                  <a:pt x="174585" y="3333749"/>
                </a:lnTo>
                <a:lnTo>
                  <a:pt x="0" y="220218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7 Leadership Lessons from Jaws, the Summer Blockbuster | by Maura ...">
            <a:extLst>
              <a:ext uri="{FF2B5EF4-FFF2-40B4-BE49-F238E27FC236}">
                <a16:creationId xmlns:a16="http://schemas.microsoft.com/office/drawing/2014/main" id="{9441554E-A81A-540C-0450-5DC565B08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6" r="1" b="17315"/>
          <a:stretch>
            <a:fillRect/>
          </a:stretch>
        </p:blipFill>
        <p:spPr bwMode="auto">
          <a:xfrm>
            <a:off x="6453703" y="3638201"/>
            <a:ext cx="4394200" cy="2296847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B84034EC-C3C5-E435-64C3-5F777E27CB6D}"/>
              </a:ext>
            </a:extLst>
          </p:cNvPr>
          <p:cNvSpPr txBox="1">
            <a:spLocks/>
          </p:cNvSpPr>
          <p:nvPr/>
        </p:nvSpPr>
        <p:spPr>
          <a:xfrm>
            <a:off x="1300348" y="2404966"/>
            <a:ext cx="4665885" cy="9205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Don’t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 look up y </a:t>
            </a:r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Jaws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 1975(Inspiración)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12DC0F8-41F5-AD60-CAD2-7B0A5AF0432A}"/>
              </a:ext>
            </a:extLst>
          </p:cNvPr>
          <p:cNvSpPr txBox="1"/>
          <p:nvPr/>
        </p:nvSpPr>
        <p:spPr>
          <a:xfrm>
            <a:off x="6654297" y="3275112"/>
            <a:ext cx="3337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 Don’t Look Up (2021) — Netflix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807F920-4D92-11F1-7682-1046BC8C4D33}"/>
              </a:ext>
            </a:extLst>
          </p:cNvPr>
          <p:cNvSpPr txBox="1"/>
          <p:nvPr/>
        </p:nvSpPr>
        <p:spPr>
          <a:xfrm>
            <a:off x="6580361" y="5971381"/>
            <a:ext cx="3501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 Jaws (1975) — Universal Pictures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856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773E8-C9FC-84C6-DB33-2C81CD65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A7770-3FB0-EDD6-1170-CF08517F1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30" y="836223"/>
            <a:ext cx="4794156" cy="1237021"/>
          </a:xfrm>
        </p:spPr>
        <p:txBody>
          <a:bodyPr anchor="t">
            <a:no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¿Somos entendidos?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3BBFB0-1F7B-320D-1CC2-76F3E5F7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651390"/>
            <a:ext cx="5064237" cy="245430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Complejidad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emocional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Contradictoria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Variabilidad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emocional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casi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nula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18DBBF9-B1F4-F12F-ED0C-6D2C2E9F75A2}"/>
              </a:ext>
            </a:extLst>
          </p:cNvPr>
          <p:cNvSpPr txBox="1">
            <a:spLocks/>
          </p:cNvSpPr>
          <p:nvPr/>
        </p:nvSpPr>
        <p:spPr>
          <a:xfrm>
            <a:off x="1286557" y="2347117"/>
            <a:ext cx="4665885" cy="9205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Bojack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Horseman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 y Hunter x Hunter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6" descr="Really wish that we got to see more moments of Bojack and ...">
            <a:extLst>
              <a:ext uri="{FF2B5EF4-FFF2-40B4-BE49-F238E27FC236}">
                <a16:creationId xmlns:a16="http://schemas.microsoft.com/office/drawing/2014/main" id="{602B5432-76B8-46B6-8B20-75CA9C3B6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72"/>
          <a:stretch>
            <a:fillRect/>
          </a:stretch>
        </p:blipFill>
        <p:spPr bwMode="auto">
          <a:xfrm>
            <a:off x="6816921" y="1032094"/>
            <a:ext cx="3901041" cy="2173033"/>
          </a:xfrm>
          <a:custGeom>
            <a:avLst/>
            <a:gdLst/>
            <a:ahLst/>
            <a:cxnLst/>
            <a:rect l="l" t="t" r="r" b="b"/>
            <a:pathLst>
              <a:path w="6000749" h="3342653">
                <a:moveTo>
                  <a:pt x="0" y="0"/>
                </a:moveTo>
                <a:lnTo>
                  <a:pt x="6000749" y="0"/>
                </a:lnTo>
                <a:lnTo>
                  <a:pt x="6000749" y="3198652"/>
                </a:lnTo>
                <a:lnTo>
                  <a:pt x="5572124" y="3171203"/>
                </a:lnTo>
                <a:lnTo>
                  <a:pt x="0" y="334265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Gon and Killua's fear of Pitou Power😨,Gon Rage🔥(English Sub)">
            <a:extLst>
              <a:ext uri="{FF2B5EF4-FFF2-40B4-BE49-F238E27FC236}">
                <a16:creationId xmlns:a16="http://schemas.microsoft.com/office/drawing/2014/main" id="{648B3506-1910-6A41-D1AD-7FE795542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" r="1" b="1"/>
          <a:stretch>
            <a:fillRect/>
          </a:stretch>
        </p:blipFill>
        <p:spPr bwMode="auto">
          <a:xfrm>
            <a:off x="6816921" y="3692080"/>
            <a:ext cx="3900707" cy="2222380"/>
          </a:xfrm>
          <a:custGeom>
            <a:avLst/>
            <a:gdLst/>
            <a:ahLst/>
            <a:cxnLst/>
            <a:rect l="l" t="t" r="r" b="b"/>
            <a:pathLst>
              <a:path w="6000750" h="3418853">
                <a:moveTo>
                  <a:pt x="0" y="0"/>
                </a:moveTo>
                <a:lnTo>
                  <a:pt x="6000750" y="0"/>
                </a:lnTo>
                <a:lnTo>
                  <a:pt x="6000750" y="227978"/>
                </a:lnTo>
                <a:lnTo>
                  <a:pt x="6000750" y="2065168"/>
                </a:lnTo>
                <a:lnTo>
                  <a:pt x="6000750" y="3342653"/>
                </a:lnTo>
                <a:lnTo>
                  <a:pt x="3248025" y="3418853"/>
                </a:lnTo>
                <a:lnTo>
                  <a:pt x="0" y="321085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A74FC25-A000-9E19-CC66-B34817E4C7CB}"/>
              </a:ext>
            </a:extLst>
          </p:cNvPr>
          <p:cNvSpPr txBox="1">
            <a:spLocks/>
          </p:cNvSpPr>
          <p:nvPr/>
        </p:nvSpPr>
        <p:spPr>
          <a:xfrm>
            <a:off x="7490988" y="2585406"/>
            <a:ext cx="3533934" cy="459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419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tienes mucha suerte</a:t>
            </a:r>
            <a:endParaRPr lang="en-US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B1AFA2D-731D-96CA-7505-6FD1B41BD1A6}"/>
              </a:ext>
            </a:extLst>
          </p:cNvPr>
          <p:cNvSpPr txBox="1"/>
          <p:nvPr/>
        </p:nvSpPr>
        <p:spPr>
          <a:xfrm>
            <a:off x="6816921" y="3266955"/>
            <a:ext cx="3033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 BoJack Horseman — Netflix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9D582B7-57FB-5C77-07B7-D218B41EF734}"/>
              </a:ext>
            </a:extLst>
          </p:cNvPr>
          <p:cNvSpPr txBox="1"/>
          <p:nvPr/>
        </p:nvSpPr>
        <p:spPr>
          <a:xfrm>
            <a:off x="7036701" y="5914460"/>
            <a:ext cx="3236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 Hunter × Hunter — Madhouse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628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04614-4E9F-6625-92C1-9758F0C8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50157-F072-469E-A77F-41A8E784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30" y="836223"/>
            <a:ext cx="4794156" cy="649677"/>
          </a:xfrm>
        </p:spPr>
        <p:txBody>
          <a:bodyPr anchor="t">
            <a:normAutofit/>
          </a:bodyPr>
          <a:lstStyle/>
          <a:p>
            <a:r>
              <a:rPr lang="es-419" sz="3600" dirty="0">
                <a:latin typeface="Verdana" panose="020B0604030504040204" pitchFamily="34" charset="0"/>
                <a:ea typeface="Verdana" panose="020B0604030504040204" pitchFamily="34" charset="0"/>
              </a:rPr>
              <a:t>¿Somos nosotros?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4B029B-6170-0CCC-EC9A-DFDBDEADC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824" y="4766971"/>
            <a:ext cx="4394200" cy="846178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Complejidad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emocional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Inusual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6415350-C310-C687-0FB1-FA54A44B6DE0}"/>
              </a:ext>
            </a:extLst>
          </p:cNvPr>
          <p:cNvSpPr txBox="1">
            <a:spLocks/>
          </p:cNvSpPr>
          <p:nvPr/>
        </p:nvSpPr>
        <p:spPr>
          <a:xfrm>
            <a:off x="1308982" y="2359912"/>
            <a:ext cx="4665885" cy="9205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Midnight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gospel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 y </a:t>
            </a:r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DaniRep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s-419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Streamer</a:t>
            </a:r>
            <a:r>
              <a:rPr lang="es-419" sz="28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2" descr="The one Scene that ALWAYS Gets to Me - YouTube">
            <a:extLst>
              <a:ext uri="{FF2B5EF4-FFF2-40B4-BE49-F238E27FC236}">
                <a16:creationId xmlns:a16="http://schemas.microsoft.com/office/drawing/2014/main" id="{42C7159D-B5C9-303D-BABD-C577861DB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7076"/>
          <a:stretch>
            <a:fillRect/>
          </a:stretch>
        </p:blipFill>
        <p:spPr bwMode="auto">
          <a:xfrm>
            <a:off x="5893384" y="985104"/>
            <a:ext cx="4907399" cy="256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'm playing a co-op race but the power ...">
            <a:extLst>
              <a:ext uri="{FF2B5EF4-FFF2-40B4-BE49-F238E27FC236}">
                <a16:creationId xmlns:a16="http://schemas.microsoft.com/office/drawing/2014/main" id="{C4214716-EE2F-009D-AF8B-FD580C947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87705" y="3931142"/>
            <a:ext cx="3588640" cy="201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6E36109-AAE9-3C8B-EE59-B5BB80D9F595}"/>
              </a:ext>
            </a:extLst>
          </p:cNvPr>
          <p:cNvSpPr txBox="1"/>
          <p:nvPr/>
        </p:nvSpPr>
        <p:spPr>
          <a:xfrm>
            <a:off x="7125077" y="5932463"/>
            <a:ext cx="1992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 Canal </a:t>
            </a:r>
            <a:r>
              <a:rPr lang="en-US" sz="1200" i="1" dirty="0" err="1">
                <a:latin typeface="Verdana" panose="020B0604030504040204" pitchFamily="34" charset="0"/>
                <a:ea typeface="Verdana" panose="020B0604030504040204" pitchFamily="34" charset="0"/>
              </a:rPr>
              <a:t>Danirep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2C2026-8017-14CD-CB4D-BCD59FB3C017}"/>
              </a:ext>
            </a:extLst>
          </p:cNvPr>
          <p:cNvSpPr txBox="1"/>
          <p:nvPr/>
        </p:nvSpPr>
        <p:spPr>
          <a:xfrm>
            <a:off x="6222286" y="3602178"/>
            <a:ext cx="3236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Imagen: The Midnight Gospel — Netflix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305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TM02900743[[fn=Orgánico]]</Template>
  <TotalTime>5122</TotalTime>
  <Words>757</Words>
  <Application>Microsoft Office PowerPoint</Application>
  <PresentationFormat>Panorámica</PresentationFormat>
  <Paragraphs>147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Garamond</vt:lpstr>
      <vt:lpstr>Verdana</vt:lpstr>
      <vt:lpstr>Orgánico</vt:lpstr>
      <vt:lpstr>Desarrollo e implementación de un sistema para detectar y explicar patrones emocionales en la voz en escenas de películas usando redes neuronales y clasificadores interpretativos</vt:lpstr>
      <vt:lpstr>Motivación personal</vt:lpstr>
      <vt:lpstr>Índice</vt:lpstr>
      <vt:lpstr>Problema</vt:lpstr>
      <vt:lpstr>Objetivo general</vt:lpstr>
      <vt:lpstr>Presentación de PowerPoint</vt:lpstr>
      <vt:lpstr>Metodología</vt:lpstr>
      <vt:lpstr>Metodología</vt:lpstr>
      <vt:lpstr>Presentación de PowerPoint</vt:lpstr>
      <vt:lpstr>Metodología</vt:lpstr>
      <vt:lpstr>Presentación de PowerPoint</vt:lpstr>
      <vt:lpstr>Resultados</vt:lpstr>
      <vt:lpstr>Resultados</vt:lpstr>
      <vt:lpstr>Referentes de patrones</vt:lpstr>
      <vt:lpstr>Presentación de PowerPoint</vt:lpstr>
      <vt:lpstr>Pruebas</vt:lpstr>
      <vt:lpstr>Presentación de PowerPoint</vt:lpstr>
      <vt:lpstr>Presentación de PowerPoint</vt:lpstr>
      <vt:lpstr>Notas Exploratorias</vt:lpstr>
      <vt:lpstr>Definición de Lenguaje como Wittgenstein </vt:lpstr>
      <vt:lpstr>¿Somos diferentes?</vt:lpstr>
      <vt:lpstr>¿Somos escuchados?</vt:lpstr>
      <vt:lpstr>¿Somos entendidos?</vt:lpstr>
      <vt:lpstr>¿Somos nosotros?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RONALDO ALEJANDRO MONJE BOLIVAR</dc:creator>
  <cp:lastModifiedBy>RONALDO ALEJANDRO MONJE BOLIVAR</cp:lastModifiedBy>
  <cp:revision>112</cp:revision>
  <dcterms:created xsi:type="dcterms:W3CDTF">2025-11-09T06:55:16Z</dcterms:created>
  <dcterms:modified xsi:type="dcterms:W3CDTF">2025-12-29T09:52:19Z</dcterms:modified>
</cp:coreProperties>
</file>